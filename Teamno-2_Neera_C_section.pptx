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9" r:id="rId4"/>
    <p:sldId id="304" r:id="rId5"/>
    <p:sldId id="305" r:id="rId6"/>
    <p:sldId id="287" r:id="rId7"/>
    <p:sldId id="270" r:id="rId8"/>
    <p:sldId id="289" r:id="rId9"/>
    <p:sldId id="295" r:id="rId10"/>
    <p:sldId id="296" r:id="rId11"/>
    <p:sldId id="297" r:id="rId12"/>
    <p:sldId id="298" r:id="rId13"/>
    <p:sldId id="299" r:id="rId14"/>
    <p:sldId id="306" r:id="rId15"/>
    <p:sldId id="309" r:id="rId16"/>
    <p:sldId id="312" r:id="rId17"/>
    <p:sldId id="313" r:id="rId18"/>
    <p:sldId id="314" r:id="rId19"/>
    <p:sldId id="310" r:id="rId20"/>
    <p:sldId id="311" r:id="rId21"/>
    <p:sldId id="294" r:id="rId22"/>
    <p:sldId id="284" r:id="rId23"/>
    <p:sldId id="301" r:id="rId24"/>
    <p:sldId id="303" r:id="rId25"/>
    <p:sldId id="293" r:id="rId26"/>
  </p:sldIdLst>
  <p:sldSz cx="9144000" cy="6858000" type="screen4x3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/>
        <a:ea typeface="Times New Roman"/>
        <a:cs typeface="Times New Roman"/>
        <a:sym typeface="Times New Roman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F6CC2B8-4C94-293A-4282-D2BA6FA9D751}" v="1214" dt="2026-04-16T04:22:05.468"/>
    <p1510:client id="{300289B0-F915-314A-271D-D002B1BD714C}" v="127" dt="2026-04-17T05:15:00.882"/>
    <p1510:client id="{8421428C-CB3F-9ABB-70D6-606B7F95884E}" v="717" dt="2026-04-16T09:24:36.329"/>
    <p1510:client id="{BB015C46-4501-C3F1-7864-9E55B5B75BAE}" v="83" dt="2026-04-17T04:40:52.294"/>
    <p1510:client id="{F6AD2597-7B8C-2B7E-41B4-6887E25018F9}" v="2" dt="2026-04-17T05:27:39.042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7F3F4"/>
          </a:solidFill>
        </a:fill>
      </a:tcStyle>
    </a:wholeTbl>
    <a:band2H>
      <a:tcTxStyle/>
      <a:tcStyle>
        <a:tcBdr/>
        <a:fill>
          <a:solidFill>
            <a:srgbClr val="F3F9FA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/>
      <a:tcStyle>
        <a:tcBdr/>
        <a:fill>
          <a:solidFill>
            <a:srgbClr val="EFF3E9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/>
      <a:tcStyle>
        <a:tcBdr/>
        <a:fill>
          <a:solidFill>
            <a:srgbClr val="FDEE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2AF2611-4B58-ED43-AC9F-B952F610F406}" type="doc">
      <dgm:prSet loTypeId="urn:microsoft.com/office/officeart/2005/8/layout/StepDownProcess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6F9E631-8BA3-154F-A6E6-07CA57FBC2DB}">
      <dgm:prSet phldrT="[Text]"/>
      <dgm:spPr/>
      <dgm:t>
        <a:bodyPr/>
        <a:lstStyle/>
        <a:p>
          <a:r>
            <a:rPr lang="en-US">
              <a:solidFill>
                <a:schemeClr val="tx1"/>
              </a:solidFill>
            </a:rPr>
            <a:t>Literature Survey</a:t>
          </a:r>
        </a:p>
      </dgm:t>
    </dgm:pt>
    <dgm:pt modelId="{4BAA8D80-E90A-6945-90C2-16CAFC77FA6F}" type="parTrans" cxnId="{5D2F70F4-D4C2-FD4A-B54D-45A310324ADC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40437896-D1C0-9744-812A-639F6C127825}" type="sibTrans" cxnId="{5D2F70F4-D4C2-FD4A-B54D-45A310324ADC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63672145-F932-0941-9207-6FD21631945F}">
      <dgm:prSet phldrT="[Text]"/>
      <dgm:spPr/>
      <dgm:t>
        <a:bodyPr/>
        <a:lstStyle/>
        <a:p>
          <a:r>
            <a:rPr lang="en-US">
              <a:solidFill>
                <a:schemeClr val="tx1"/>
              </a:solidFill>
            </a:rPr>
            <a:t>Design [Front End, Back End]</a:t>
          </a:r>
        </a:p>
      </dgm:t>
    </dgm:pt>
    <dgm:pt modelId="{DA9256D3-306A-2647-A641-4B0B371AA471}" type="parTrans" cxnId="{112C4A37-BD1F-0D4F-8BDF-AF61C42AA624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EE4E87B9-A6F7-D040-A8C9-2B94C61F8F15}" type="sibTrans" cxnId="{112C4A37-BD1F-0D4F-8BDF-AF61C42AA624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180ED30E-9BB7-2945-8E67-38EC3B69034A}">
      <dgm:prSet phldrT="[Text]"/>
      <dgm:spPr/>
      <dgm:t>
        <a:bodyPr/>
        <a:lstStyle/>
        <a:p>
          <a:r>
            <a:rPr lang="en-US">
              <a:solidFill>
                <a:schemeClr val="tx1"/>
              </a:solidFill>
            </a:rPr>
            <a:t>Implementation</a:t>
          </a:r>
        </a:p>
      </dgm:t>
    </dgm:pt>
    <dgm:pt modelId="{CCFA8DD9-517C-4C48-9ACE-EAEC7B4B1D8D}" type="parTrans" cxnId="{15010B8E-8FC6-034B-A7AD-F331240F7012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9581D7FD-E2E0-0241-80C7-1BF3EEF3518C}" type="sibTrans" cxnId="{15010B8E-8FC6-034B-A7AD-F331240F7012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44352C0E-9228-1D41-9AC7-630454862AAB}">
      <dgm:prSet phldrT="[Text]"/>
      <dgm:spPr/>
      <dgm:t>
        <a:bodyPr/>
        <a:lstStyle/>
        <a:p>
          <a:r>
            <a:rPr lang="en-US">
              <a:solidFill>
                <a:schemeClr val="tx1"/>
              </a:solidFill>
            </a:rPr>
            <a:t>Testing</a:t>
          </a:r>
        </a:p>
      </dgm:t>
    </dgm:pt>
    <dgm:pt modelId="{BB03014B-614B-4E4D-B179-22BF96D1FDA5}" type="parTrans" cxnId="{016D9485-956C-624D-A592-DDA4E4AA6CC5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D2AC5C65-A520-AE49-8D76-EE23E4A07C4A}" type="sibTrans" cxnId="{016D9485-956C-624D-A592-DDA4E4AA6CC5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251E4A29-F563-D34A-A9F7-27833A2BC30D}">
      <dgm:prSet phldrT="[Text]"/>
      <dgm:spPr/>
      <dgm:t>
        <a:bodyPr/>
        <a:lstStyle/>
        <a:p>
          <a:r>
            <a:rPr lang="en-US">
              <a:solidFill>
                <a:schemeClr val="tx1"/>
              </a:solidFill>
            </a:rPr>
            <a:t>Document Submission</a:t>
          </a:r>
        </a:p>
      </dgm:t>
    </dgm:pt>
    <dgm:pt modelId="{B9E7D4BF-66C0-D046-BA68-7E24F4AB0843}" type="parTrans" cxnId="{E336EE89-5EC2-AE4C-81C9-2EBDE6E482D4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57ED735E-B5D2-C749-867E-EB96611C0B8B}" type="sibTrans" cxnId="{E336EE89-5EC2-AE4C-81C9-2EBDE6E482D4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E316EBEC-E0B6-BD4E-AD52-3E0E70225984}">
      <dgm:prSet phldrT="[Text]"/>
      <dgm:spPr/>
      <dgm:t>
        <a:bodyPr/>
        <a:lstStyle/>
        <a:p>
          <a:r>
            <a:rPr lang="en-US">
              <a:solidFill>
                <a:schemeClr val="tx1"/>
              </a:solidFill>
              <a:latin typeface="Helvetica"/>
              <a:cs typeface="Helvetica"/>
            </a:rPr>
            <a:t>March-5th</a:t>
          </a:r>
          <a:endParaRPr lang="en-US">
            <a:solidFill>
              <a:schemeClr val="tx1"/>
            </a:solidFill>
          </a:endParaRPr>
        </a:p>
      </dgm:t>
    </dgm:pt>
    <dgm:pt modelId="{EE76EAF1-518C-9B48-86C2-CE4C4196E58C}" type="parTrans" cxnId="{1E415E1F-0CAF-8041-91C0-B6D0D7FA6976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2CDFD06A-C665-0F4C-B72B-48C9DBE0EF22}" type="sibTrans" cxnId="{1E415E1F-0CAF-8041-91C0-B6D0D7FA6976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6469F03D-EC0D-E14C-9147-635163E16719}">
      <dgm:prSet phldrT="[Text]"/>
      <dgm:spPr/>
      <dgm:t>
        <a:bodyPr/>
        <a:lstStyle/>
        <a:p>
          <a:pPr rtl="0"/>
          <a:r>
            <a:rPr lang="en-US">
              <a:solidFill>
                <a:schemeClr val="tx1"/>
              </a:solidFill>
              <a:latin typeface="Helvetica"/>
              <a:cs typeface="Helvetica"/>
            </a:rPr>
            <a:t>March-20th</a:t>
          </a:r>
          <a:endParaRPr lang="en-US">
            <a:solidFill>
              <a:schemeClr val="tx1"/>
            </a:solidFill>
          </a:endParaRPr>
        </a:p>
      </dgm:t>
    </dgm:pt>
    <dgm:pt modelId="{31D6F60D-A7D1-C54D-964D-3B8790B82FA4}" type="parTrans" cxnId="{69DAFA03-0878-9247-9AF4-F13FE4FF5D9B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DCECCFCD-FFA0-2B4E-8620-4D260FCCA4E0}" type="sibTrans" cxnId="{69DAFA03-0878-9247-9AF4-F13FE4FF5D9B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712C06CF-58B4-8F4A-A1C3-18737522BAA5}">
      <dgm:prSet phldrT="[Text]"/>
      <dgm:spPr/>
      <dgm:t>
        <a:bodyPr/>
        <a:lstStyle/>
        <a:p>
          <a:pPr rtl="0"/>
          <a:r>
            <a:rPr lang="en-US">
              <a:solidFill>
                <a:schemeClr val="tx1"/>
              </a:solidFill>
              <a:latin typeface="Helvetica"/>
              <a:cs typeface="Helvetica"/>
            </a:rPr>
            <a:t>April-10th</a:t>
          </a:r>
          <a:endParaRPr lang="en-US">
            <a:solidFill>
              <a:schemeClr val="tx1"/>
            </a:solidFill>
          </a:endParaRPr>
        </a:p>
      </dgm:t>
    </dgm:pt>
    <dgm:pt modelId="{00A2F76A-F4C8-F042-BC58-5B28B1FEF030}" type="parTrans" cxnId="{552A83B2-FDAE-E143-BB66-928925B322B7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F7A6ECC7-ED92-634B-B481-4D7D62B796B5}" type="sibTrans" cxnId="{552A83B2-FDAE-E143-BB66-928925B322B7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B761BE11-3B98-534C-8389-3D511BB432FF}">
      <dgm:prSet phldrT="[Text]"/>
      <dgm:spPr/>
      <dgm:t>
        <a:bodyPr/>
        <a:lstStyle/>
        <a:p>
          <a:r>
            <a:rPr lang="en-US">
              <a:solidFill>
                <a:schemeClr val="tx1"/>
              </a:solidFill>
              <a:latin typeface="Helvetica"/>
              <a:cs typeface="Helvetica"/>
            </a:rPr>
            <a:t>April-15th</a:t>
          </a:r>
          <a:endParaRPr lang="en-US">
            <a:solidFill>
              <a:schemeClr val="tx1"/>
            </a:solidFill>
          </a:endParaRPr>
        </a:p>
      </dgm:t>
    </dgm:pt>
    <dgm:pt modelId="{53F8C2F9-90C5-F04A-B13E-59A7DBEEB722}" type="parTrans" cxnId="{7F3F2935-1376-434A-B6E9-CEA12E0D559A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1CFC13B1-0710-8745-A251-B44B9B630299}" type="sibTrans" cxnId="{7F3F2935-1376-434A-B6E9-CEA12E0D559A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05C01FBF-0839-B840-AA40-B5D4B5EF9464}">
      <dgm:prSet phldrT="[Text]" phldr="0"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4292C26E-910E-F242-B4EA-85C15677A931}" type="parTrans" cxnId="{570398A5-7B9B-684E-836B-828C67CE95B5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9CE79F6D-8C8B-134E-870B-A3814A161031}" type="sibTrans" cxnId="{570398A5-7B9B-684E-836B-828C67CE95B5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26B4761A-8722-154A-9A4E-6B2E8309550C}">
      <dgm:prSet phldrT="[Text]"/>
      <dgm:spPr/>
      <dgm:t>
        <a:bodyPr/>
        <a:lstStyle/>
        <a:p>
          <a:r>
            <a:rPr lang="en-US">
              <a:solidFill>
                <a:schemeClr val="tx1"/>
              </a:solidFill>
            </a:rPr>
            <a:t>Abstract Submission</a:t>
          </a:r>
        </a:p>
      </dgm:t>
    </dgm:pt>
    <dgm:pt modelId="{19278814-36C8-0643-9FFA-66C8A44E8EEC}" type="parTrans" cxnId="{3CBBF823-4682-A649-AD39-366A0823CC07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B2DCC36A-7A1A-4C4F-90DA-FAE4C97E6C7D}" type="sibTrans" cxnId="{3CBBF823-4682-A649-AD39-366A0823CC07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CB6CE777-E645-594F-9F72-31FA50915471}">
      <dgm:prSet phldrT="[Text]" phldr="0"/>
      <dgm:spPr/>
      <dgm:t>
        <a:bodyPr/>
        <a:lstStyle/>
        <a:p>
          <a:r>
            <a:rPr lang="en-US">
              <a:solidFill>
                <a:schemeClr val="tx1"/>
              </a:solidFill>
              <a:latin typeface="Helvetica"/>
              <a:cs typeface="Helvetica"/>
            </a:rPr>
            <a:t>March-5th</a:t>
          </a:r>
          <a:endParaRPr lang="en-US">
            <a:solidFill>
              <a:schemeClr val="tx1"/>
            </a:solidFill>
          </a:endParaRPr>
        </a:p>
      </dgm:t>
    </dgm:pt>
    <dgm:pt modelId="{A3FA10DA-B8BC-6B42-A66B-27F9CED77F23}" type="parTrans" cxnId="{84262DD1-54DB-8D42-9C16-B543B3BB3374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F64EEB12-0851-6B4F-BF84-33083DA26F4B}" type="sibTrans" cxnId="{84262DD1-54DB-8D42-9C16-B543B3BB3374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49E2B0A6-6F15-3D4D-BF88-D0B2483CB55B}" type="pres">
      <dgm:prSet presAssocID="{92AF2611-4B58-ED43-AC9F-B952F610F406}" presName="rootnode" presStyleCnt="0">
        <dgm:presLayoutVars>
          <dgm:chMax/>
          <dgm:chPref/>
          <dgm:dir/>
          <dgm:animLvl val="lvl"/>
        </dgm:presLayoutVars>
      </dgm:prSet>
      <dgm:spPr/>
    </dgm:pt>
    <dgm:pt modelId="{E975EE4B-D42E-E84D-8A4A-2906A98D9890}" type="pres">
      <dgm:prSet presAssocID="{26B4761A-8722-154A-9A4E-6B2E8309550C}" presName="composite" presStyleCnt="0"/>
      <dgm:spPr/>
    </dgm:pt>
    <dgm:pt modelId="{FC8198D2-B811-F543-848D-08253013A363}" type="pres">
      <dgm:prSet presAssocID="{26B4761A-8722-154A-9A4E-6B2E8309550C}" presName="bentUpArrow1" presStyleLbl="alignImgPlace1" presStyleIdx="0" presStyleCnt="5"/>
      <dgm:spPr/>
    </dgm:pt>
    <dgm:pt modelId="{1A27501D-E342-BE40-9448-5C65451E51A0}" type="pres">
      <dgm:prSet presAssocID="{26B4761A-8722-154A-9A4E-6B2E8309550C}" presName="ParentText" presStyleLbl="node1" presStyleIdx="0" presStyleCnt="6">
        <dgm:presLayoutVars>
          <dgm:chMax val="1"/>
          <dgm:chPref val="1"/>
          <dgm:bulletEnabled val="1"/>
        </dgm:presLayoutVars>
      </dgm:prSet>
      <dgm:spPr/>
    </dgm:pt>
    <dgm:pt modelId="{13263DF5-F771-E44D-A3A6-7359AB5A694B}" type="pres">
      <dgm:prSet presAssocID="{26B4761A-8722-154A-9A4E-6B2E8309550C}" presName="ChildText" presStyleLbl="revTx" presStyleIdx="0" presStyleCnt="6">
        <dgm:presLayoutVars>
          <dgm:chMax val="0"/>
          <dgm:chPref val="0"/>
          <dgm:bulletEnabled val="1"/>
        </dgm:presLayoutVars>
      </dgm:prSet>
      <dgm:spPr/>
    </dgm:pt>
    <dgm:pt modelId="{1405AD88-5681-5740-8B0F-785D5C4C54E3}" type="pres">
      <dgm:prSet presAssocID="{B2DCC36A-7A1A-4C4F-90DA-FAE4C97E6C7D}" presName="sibTrans" presStyleCnt="0"/>
      <dgm:spPr/>
    </dgm:pt>
    <dgm:pt modelId="{876C9C10-85C7-794D-BECA-7E6B3040BD5B}" type="pres">
      <dgm:prSet presAssocID="{16F9E631-8BA3-154F-A6E6-07CA57FBC2DB}" presName="composite" presStyleCnt="0"/>
      <dgm:spPr/>
    </dgm:pt>
    <dgm:pt modelId="{7249723C-E4C0-8E4E-9876-FECBD8EB4088}" type="pres">
      <dgm:prSet presAssocID="{16F9E631-8BA3-154F-A6E6-07CA57FBC2DB}" presName="bentUpArrow1" presStyleLbl="alignImgPlace1" presStyleIdx="1" presStyleCnt="5"/>
      <dgm:spPr/>
    </dgm:pt>
    <dgm:pt modelId="{7176A5BC-3282-044F-8AE1-17BEE6013828}" type="pres">
      <dgm:prSet presAssocID="{16F9E631-8BA3-154F-A6E6-07CA57FBC2DB}" presName="ParentText" presStyleLbl="node1" presStyleIdx="1" presStyleCnt="6">
        <dgm:presLayoutVars>
          <dgm:chMax val="1"/>
          <dgm:chPref val="1"/>
          <dgm:bulletEnabled val="1"/>
        </dgm:presLayoutVars>
      </dgm:prSet>
      <dgm:spPr/>
    </dgm:pt>
    <dgm:pt modelId="{849E87F9-77C2-E148-A125-B75B32BAE82F}" type="pres">
      <dgm:prSet presAssocID="{16F9E631-8BA3-154F-A6E6-07CA57FBC2DB}" presName="ChildText" presStyleLbl="revTx" presStyleIdx="1" presStyleCnt="6">
        <dgm:presLayoutVars>
          <dgm:chMax val="0"/>
          <dgm:chPref val="0"/>
          <dgm:bulletEnabled val="1"/>
        </dgm:presLayoutVars>
      </dgm:prSet>
      <dgm:spPr/>
    </dgm:pt>
    <dgm:pt modelId="{A7334212-A42F-5947-B178-28EE2431D98C}" type="pres">
      <dgm:prSet presAssocID="{40437896-D1C0-9744-812A-639F6C127825}" presName="sibTrans" presStyleCnt="0"/>
      <dgm:spPr/>
    </dgm:pt>
    <dgm:pt modelId="{797595AA-82E7-9A45-818A-CBFC19FC01B4}" type="pres">
      <dgm:prSet presAssocID="{63672145-F932-0941-9207-6FD21631945F}" presName="composite" presStyleCnt="0"/>
      <dgm:spPr/>
    </dgm:pt>
    <dgm:pt modelId="{582A57C3-E208-4C4D-8464-8F41E2B621E9}" type="pres">
      <dgm:prSet presAssocID="{63672145-F932-0941-9207-6FD21631945F}" presName="bentUpArrow1" presStyleLbl="alignImgPlace1" presStyleIdx="2" presStyleCnt="5"/>
      <dgm:spPr/>
    </dgm:pt>
    <dgm:pt modelId="{8AD4400A-F79C-8A4B-829B-0D720ED8FB8C}" type="pres">
      <dgm:prSet presAssocID="{63672145-F932-0941-9207-6FD21631945F}" presName="ParentText" presStyleLbl="node1" presStyleIdx="2" presStyleCnt="6">
        <dgm:presLayoutVars>
          <dgm:chMax val="1"/>
          <dgm:chPref val="1"/>
          <dgm:bulletEnabled val="1"/>
        </dgm:presLayoutVars>
      </dgm:prSet>
      <dgm:spPr/>
    </dgm:pt>
    <dgm:pt modelId="{383D977E-49FE-154D-8370-6E0B15881094}" type="pres">
      <dgm:prSet presAssocID="{63672145-F932-0941-9207-6FD21631945F}" presName="ChildText" presStyleLbl="revTx" presStyleIdx="2" presStyleCnt="6">
        <dgm:presLayoutVars>
          <dgm:chMax val="0"/>
          <dgm:chPref val="0"/>
          <dgm:bulletEnabled val="1"/>
        </dgm:presLayoutVars>
      </dgm:prSet>
      <dgm:spPr/>
    </dgm:pt>
    <dgm:pt modelId="{51D4CC9D-D22F-A045-9B1F-02AFD777BA4F}" type="pres">
      <dgm:prSet presAssocID="{EE4E87B9-A6F7-D040-A8C9-2B94C61F8F15}" presName="sibTrans" presStyleCnt="0"/>
      <dgm:spPr/>
    </dgm:pt>
    <dgm:pt modelId="{9B1BB91C-DFAA-BB42-8883-6C779B3E0CC7}" type="pres">
      <dgm:prSet presAssocID="{180ED30E-9BB7-2945-8E67-38EC3B69034A}" presName="composite" presStyleCnt="0"/>
      <dgm:spPr/>
    </dgm:pt>
    <dgm:pt modelId="{97925E51-E8AA-DC48-BFEB-51206266AB1D}" type="pres">
      <dgm:prSet presAssocID="{180ED30E-9BB7-2945-8E67-38EC3B69034A}" presName="bentUpArrow1" presStyleLbl="alignImgPlace1" presStyleIdx="3" presStyleCnt="5"/>
      <dgm:spPr/>
    </dgm:pt>
    <dgm:pt modelId="{8D80E448-C06F-8440-B08E-C700B7FCCC29}" type="pres">
      <dgm:prSet presAssocID="{180ED30E-9BB7-2945-8E67-38EC3B69034A}" presName="ParentText" presStyleLbl="node1" presStyleIdx="3" presStyleCnt="6">
        <dgm:presLayoutVars>
          <dgm:chMax val="1"/>
          <dgm:chPref val="1"/>
          <dgm:bulletEnabled val="1"/>
        </dgm:presLayoutVars>
      </dgm:prSet>
      <dgm:spPr/>
    </dgm:pt>
    <dgm:pt modelId="{7F2F534D-82F4-5443-8CF7-5BBA47CF0517}" type="pres">
      <dgm:prSet presAssocID="{180ED30E-9BB7-2945-8E67-38EC3B69034A}" presName="ChildText" presStyleLbl="revTx" presStyleIdx="3" presStyleCnt="6">
        <dgm:presLayoutVars>
          <dgm:chMax val="0"/>
          <dgm:chPref val="0"/>
          <dgm:bulletEnabled val="1"/>
        </dgm:presLayoutVars>
      </dgm:prSet>
      <dgm:spPr/>
    </dgm:pt>
    <dgm:pt modelId="{CD6671F9-E0CD-EF49-94DC-C96CAC8CC7E3}" type="pres">
      <dgm:prSet presAssocID="{9581D7FD-E2E0-0241-80C7-1BF3EEF3518C}" presName="sibTrans" presStyleCnt="0"/>
      <dgm:spPr/>
    </dgm:pt>
    <dgm:pt modelId="{E13DFC65-0620-5546-9284-95854B643695}" type="pres">
      <dgm:prSet presAssocID="{44352C0E-9228-1D41-9AC7-630454862AAB}" presName="composite" presStyleCnt="0"/>
      <dgm:spPr/>
    </dgm:pt>
    <dgm:pt modelId="{7EA63742-38C6-7343-AA79-52C3D9CCAB0D}" type="pres">
      <dgm:prSet presAssocID="{44352C0E-9228-1D41-9AC7-630454862AAB}" presName="bentUpArrow1" presStyleLbl="alignImgPlace1" presStyleIdx="4" presStyleCnt="5"/>
      <dgm:spPr/>
    </dgm:pt>
    <dgm:pt modelId="{2642E532-D17B-8549-B299-BABD4A6DF310}" type="pres">
      <dgm:prSet presAssocID="{44352C0E-9228-1D41-9AC7-630454862AAB}" presName="ParentText" presStyleLbl="node1" presStyleIdx="4" presStyleCnt="6">
        <dgm:presLayoutVars>
          <dgm:chMax val="1"/>
          <dgm:chPref val="1"/>
          <dgm:bulletEnabled val="1"/>
        </dgm:presLayoutVars>
      </dgm:prSet>
      <dgm:spPr/>
    </dgm:pt>
    <dgm:pt modelId="{4D72B732-04CC-5F4B-8E9C-09245727D3B9}" type="pres">
      <dgm:prSet presAssocID="{44352C0E-9228-1D41-9AC7-630454862AAB}" presName="ChildText" presStyleLbl="revTx" presStyleIdx="4" presStyleCnt="6">
        <dgm:presLayoutVars>
          <dgm:chMax val="0"/>
          <dgm:chPref val="0"/>
          <dgm:bulletEnabled val="1"/>
        </dgm:presLayoutVars>
      </dgm:prSet>
      <dgm:spPr/>
    </dgm:pt>
    <dgm:pt modelId="{6EA532CE-6739-A24B-AAAE-6A1691A35034}" type="pres">
      <dgm:prSet presAssocID="{D2AC5C65-A520-AE49-8D76-EE23E4A07C4A}" presName="sibTrans" presStyleCnt="0"/>
      <dgm:spPr/>
    </dgm:pt>
    <dgm:pt modelId="{658BC9F3-2A00-F547-8C78-511B7194FAEB}" type="pres">
      <dgm:prSet presAssocID="{251E4A29-F563-D34A-A9F7-27833A2BC30D}" presName="composite" presStyleCnt="0"/>
      <dgm:spPr/>
    </dgm:pt>
    <dgm:pt modelId="{9CCCECD5-8ED0-AC43-9710-1DD092099D67}" type="pres">
      <dgm:prSet presAssocID="{251E4A29-F563-D34A-A9F7-27833A2BC30D}" presName="ParentText" presStyleLbl="node1" presStyleIdx="5" presStyleCnt="6">
        <dgm:presLayoutVars>
          <dgm:chMax val="1"/>
          <dgm:chPref val="1"/>
          <dgm:bulletEnabled val="1"/>
        </dgm:presLayoutVars>
      </dgm:prSet>
      <dgm:spPr/>
    </dgm:pt>
    <dgm:pt modelId="{10CFA320-75A8-479D-8F70-CEB6EE8737C8}" type="pres">
      <dgm:prSet presAssocID="{251E4A29-F563-D34A-A9F7-27833A2BC30D}" presName="FinalChildText" presStyleLbl="revTx" presStyleIdx="5" presStyleCnt="6">
        <dgm:presLayoutVars>
          <dgm:chMax val="0"/>
          <dgm:chPref val="0"/>
          <dgm:bulletEnabled val="1"/>
        </dgm:presLayoutVars>
      </dgm:prSet>
      <dgm:spPr/>
    </dgm:pt>
  </dgm:ptLst>
  <dgm:cxnLst>
    <dgm:cxn modelId="{69DAFA03-0878-9247-9AF4-F13FE4FF5D9B}" srcId="{63672145-F932-0941-9207-6FD21631945F}" destId="{6469F03D-EC0D-E14C-9147-635163E16719}" srcOrd="0" destOrd="0" parTransId="{31D6F60D-A7D1-C54D-964D-3B8790B82FA4}" sibTransId="{DCECCFCD-FFA0-2B4E-8620-4D260FCCA4E0}"/>
    <dgm:cxn modelId="{C59E8B19-64D9-43EF-A549-8158ED611242}" type="presOf" srcId="{6469F03D-EC0D-E14C-9147-635163E16719}" destId="{383D977E-49FE-154D-8370-6E0B15881094}" srcOrd="0" destOrd="0" presId="urn:microsoft.com/office/officeart/2005/8/layout/StepDownProcess"/>
    <dgm:cxn modelId="{1E415E1F-0CAF-8041-91C0-B6D0D7FA6976}" srcId="{16F9E631-8BA3-154F-A6E6-07CA57FBC2DB}" destId="{E316EBEC-E0B6-BD4E-AD52-3E0E70225984}" srcOrd="0" destOrd="0" parTransId="{EE76EAF1-518C-9B48-86C2-CE4C4196E58C}" sibTransId="{2CDFD06A-C665-0F4C-B72B-48C9DBE0EF22}"/>
    <dgm:cxn modelId="{3CBBF823-4682-A649-AD39-366A0823CC07}" srcId="{92AF2611-4B58-ED43-AC9F-B952F610F406}" destId="{26B4761A-8722-154A-9A4E-6B2E8309550C}" srcOrd="0" destOrd="0" parTransId="{19278814-36C8-0643-9FFA-66C8A44E8EEC}" sibTransId="{B2DCC36A-7A1A-4C4F-90DA-FAE4C97E6C7D}"/>
    <dgm:cxn modelId="{43294426-546F-465B-BEDD-B8875A2FE184}" type="presOf" srcId="{63672145-F932-0941-9207-6FD21631945F}" destId="{8AD4400A-F79C-8A4B-829B-0D720ED8FB8C}" srcOrd="0" destOrd="0" presId="urn:microsoft.com/office/officeart/2005/8/layout/StepDownProcess"/>
    <dgm:cxn modelId="{43EA5A2A-1B3D-488F-A374-77B6BFE42550}" type="presOf" srcId="{251E4A29-F563-D34A-A9F7-27833A2BC30D}" destId="{9CCCECD5-8ED0-AC43-9710-1DD092099D67}" srcOrd="0" destOrd="0" presId="urn:microsoft.com/office/officeart/2005/8/layout/StepDownProcess"/>
    <dgm:cxn modelId="{7F3F2935-1376-434A-B6E9-CEA12E0D559A}" srcId="{44352C0E-9228-1D41-9AC7-630454862AAB}" destId="{B761BE11-3B98-534C-8389-3D511BB432FF}" srcOrd="0" destOrd="0" parTransId="{53F8C2F9-90C5-F04A-B13E-59A7DBEEB722}" sibTransId="{1CFC13B1-0710-8745-A251-B44B9B630299}"/>
    <dgm:cxn modelId="{112C4A37-BD1F-0D4F-8BDF-AF61C42AA624}" srcId="{92AF2611-4B58-ED43-AC9F-B952F610F406}" destId="{63672145-F932-0941-9207-6FD21631945F}" srcOrd="2" destOrd="0" parTransId="{DA9256D3-306A-2647-A641-4B0B371AA471}" sibTransId="{EE4E87B9-A6F7-D040-A8C9-2B94C61F8F15}"/>
    <dgm:cxn modelId="{D8BB2438-DD45-0A49-8E75-A834C7834329}" type="presOf" srcId="{92AF2611-4B58-ED43-AC9F-B952F610F406}" destId="{49E2B0A6-6F15-3D4D-BF88-D0B2483CB55B}" srcOrd="0" destOrd="0" presId="urn:microsoft.com/office/officeart/2005/8/layout/StepDownProcess"/>
    <dgm:cxn modelId="{4C9E3D47-B297-46CF-859E-86A7A48FD71E}" type="presOf" srcId="{05C01FBF-0839-B840-AA40-B5D4B5EF9464}" destId="{10CFA320-75A8-479D-8F70-CEB6EE8737C8}" srcOrd="0" destOrd="0" presId="urn:microsoft.com/office/officeart/2005/8/layout/StepDownProcess"/>
    <dgm:cxn modelId="{B5A7F76F-C376-4280-9B97-C805B81D73B9}" type="presOf" srcId="{44352C0E-9228-1D41-9AC7-630454862AAB}" destId="{2642E532-D17B-8549-B299-BABD4A6DF310}" srcOrd="0" destOrd="0" presId="urn:microsoft.com/office/officeart/2005/8/layout/StepDownProcess"/>
    <dgm:cxn modelId="{03553472-4CD7-4A63-A6F3-6FB8F1E8CB3C}" type="presOf" srcId="{E316EBEC-E0B6-BD4E-AD52-3E0E70225984}" destId="{849E87F9-77C2-E148-A125-B75B32BAE82F}" srcOrd="0" destOrd="0" presId="urn:microsoft.com/office/officeart/2005/8/layout/StepDownProcess"/>
    <dgm:cxn modelId="{5AA3CB74-6838-4EAA-8591-742CC152CCE9}" type="presOf" srcId="{180ED30E-9BB7-2945-8E67-38EC3B69034A}" destId="{8D80E448-C06F-8440-B08E-C700B7FCCC29}" srcOrd="0" destOrd="0" presId="urn:microsoft.com/office/officeart/2005/8/layout/StepDownProcess"/>
    <dgm:cxn modelId="{2B28267A-10E8-4156-9D2A-DB6ED2B67127}" type="presOf" srcId="{26B4761A-8722-154A-9A4E-6B2E8309550C}" destId="{1A27501D-E342-BE40-9448-5C65451E51A0}" srcOrd="0" destOrd="0" presId="urn:microsoft.com/office/officeart/2005/8/layout/StepDownProcess"/>
    <dgm:cxn modelId="{36FB2E7B-0360-4C5C-99AE-C7D95250CE58}" type="presOf" srcId="{B761BE11-3B98-534C-8389-3D511BB432FF}" destId="{4D72B732-04CC-5F4B-8E9C-09245727D3B9}" srcOrd="0" destOrd="0" presId="urn:microsoft.com/office/officeart/2005/8/layout/StepDownProcess"/>
    <dgm:cxn modelId="{016D9485-956C-624D-A592-DDA4E4AA6CC5}" srcId="{92AF2611-4B58-ED43-AC9F-B952F610F406}" destId="{44352C0E-9228-1D41-9AC7-630454862AAB}" srcOrd="4" destOrd="0" parTransId="{BB03014B-614B-4E4D-B179-22BF96D1FDA5}" sibTransId="{D2AC5C65-A520-AE49-8D76-EE23E4A07C4A}"/>
    <dgm:cxn modelId="{E336EE89-5EC2-AE4C-81C9-2EBDE6E482D4}" srcId="{92AF2611-4B58-ED43-AC9F-B952F610F406}" destId="{251E4A29-F563-D34A-A9F7-27833A2BC30D}" srcOrd="5" destOrd="0" parTransId="{B9E7D4BF-66C0-D046-BA68-7E24F4AB0843}" sibTransId="{57ED735E-B5D2-C749-867E-EB96611C0B8B}"/>
    <dgm:cxn modelId="{219EEC8A-9396-4ACF-BF78-7ABC78831C2E}" type="presOf" srcId="{16F9E631-8BA3-154F-A6E6-07CA57FBC2DB}" destId="{7176A5BC-3282-044F-8AE1-17BEE6013828}" srcOrd="0" destOrd="0" presId="urn:microsoft.com/office/officeart/2005/8/layout/StepDownProcess"/>
    <dgm:cxn modelId="{15010B8E-8FC6-034B-A7AD-F331240F7012}" srcId="{92AF2611-4B58-ED43-AC9F-B952F610F406}" destId="{180ED30E-9BB7-2945-8E67-38EC3B69034A}" srcOrd="3" destOrd="0" parTransId="{CCFA8DD9-517C-4C48-9ACE-EAEC7B4B1D8D}" sibTransId="{9581D7FD-E2E0-0241-80C7-1BF3EEF3518C}"/>
    <dgm:cxn modelId="{570398A5-7B9B-684E-836B-828C67CE95B5}" srcId="{251E4A29-F563-D34A-A9F7-27833A2BC30D}" destId="{05C01FBF-0839-B840-AA40-B5D4B5EF9464}" srcOrd="0" destOrd="0" parTransId="{4292C26E-910E-F242-B4EA-85C15677A931}" sibTransId="{9CE79F6D-8C8B-134E-870B-A3814A161031}"/>
    <dgm:cxn modelId="{552A83B2-FDAE-E143-BB66-928925B322B7}" srcId="{180ED30E-9BB7-2945-8E67-38EC3B69034A}" destId="{712C06CF-58B4-8F4A-A1C3-18737522BAA5}" srcOrd="0" destOrd="0" parTransId="{00A2F76A-F4C8-F042-BC58-5B28B1FEF030}" sibTransId="{F7A6ECC7-ED92-634B-B481-4D7D62B796B5}"/>
    <dgm:cxn modelId="{84262DD1-54DB-8D42-9C16-B543B3BB3374}" srcId="{26B4761A-8722-154A-9A4E-6B2E8309550C}" destId="{CB6CE777-E645-594F-9F72-31FA50915471}" srcOrd="0" destOrd="0" parTransId="{A3FA10DA-B8BC-6B42-A66B-27F9CED77F23}" sibTransId="{F64EEB12-0851-6B4F-BF84-33083DA26F4B}"/>
    <dgm:cxn modelId="{DF8737DA-6EA3-4B54-A2B5-F77C9EF97717}" type="presOf" srcId="{CB6CE777-E645-594F-9F72-31FA50915471}" destId="{13263DF5-F771-E44D-A3A6-7359AB5A694B}" srcOrd="0" destOrd="0" presId="urn:microsoft.com/office/officeart/2005/8/layout/StepDownProcess"/>
    <dgm:cxn modelId="{FFA787F2-B769-4DA3-8934-EB6F4BB0A8F0}" type="presOf" srcId="{712C06CF-58B4-8F4A-A1C3-18737522BAA5}" destId="{7F2F534D-82F4-5443-8CF7-5BBA47CF0517}" srcOrd="0" destOrd="0" presId="urn:microsoft.com/office/officeart/2005/8/layout/StepDownProcess"/>
    <dgm:cxn modelId="{5D2F70F4-D4C2-FD4A-B54D-45A310324ADC}" srcId="{92AF2611-4B58-ED43-AC9F-B952F610F406}" destId="{16F9E631-8BA3-154F-A6E6-07CA57FBC2DB}" srcOrd="1" destOrd="0" parTransId="{4BAA8D80-E90A-6945-90C2-16CAFC77FA6F}" sibTransId="{40437896-D1C0-9744-812A-639F6C127825}"/>
    <dgm:cxn modelId="{6BDD0492-0D94-43CE-A652-1FB504FF11F3}" type="presParOf" srcId="{49E2B0A6-6F15-3D4D-BF88-D0B2483CB55B}" destId="{E975EE4B-D42E-E84D-8A4A-2906A98D9890}" srcOrd="0" destOrd="0" presId="urn:microsoft.com/office/officeart/2005/8/layout/StepDownProcess"/>
    <dgm:cxn modelId="{76AAFCB4-4558-45CD-8534-EDEC3F5FA3D7}" type="presParOf" srcId="{E975EE4B-D42E-E84D-8A4A-2906A98D9890}" destId="{FC8198D2-B811-F543-848D-08253013A363}" srcOrd="0" destOrd="0" presId="urn:microsoft.com/office/officeart/2005/8/layout/StepDownProcess"/>
    <dgm:cxn modelId="{D6E583D8-5A3B-4973-9347-2C33B6CFB11A}" type="presParOf" srcId="{E975EE4B-D42E-E84D-8A4A-2906A98D9890}" destId="{1A27501D-E342-BE40-9448-5C65451E51A0}" srcOrd="1" destOrd="0" presId="urn:microsoft.com/office/officeart/2005/8/layout/StepDownProcess"/>
    <dgm:cxn modelId="{88BB8EA2-5A8C-46B9-B677-48AFEF070383}" type="presParOf" srcId="{E975EE4B-D42E-E84D-8A4A-2906A98D9890}" destId="{13263DF5-F771-E44D-A3A6-7359AB5A694B}" srcOrd="2" destOrd="0" presId="urn:microsoft.com/office/officeart/2005/8/layout/StepDownProcess"/>
    <dgm:cxn modelId="{0DE12F62-6736-4673-B36B-C2292278FE14}" type="presParOf" srcId="{49E2B0A6-6F15-3D4D-BF88-D0B2483CB55B}" destId="{1405AD88-5681-5740-8B0F-785D5C4C54E3}" srcOrd="1" destOrd="0" presId="urn:microsoft.com/office/officeart/2005/8/layout/StepDownProcess"/>
    <dgm:cxn modelId="{12E530A3-B7E7-446D-BD61-D7CB3655E2EE}" type="presParOf" srcId="{49E2B0A6-6F15-3D4D-BF88-D0B2483CB55B}" destId="{876C9C10-85C7-794D-BECA-7E6B3040BD5B}" srcOrd="2" destOrd="0" presId="urn:microsoft.com/office/officeart/2005/8/layout/StepDownProcess"/>
    <dgm:cxn modelId="{90A2D97E-F157-4B1B-A32D-9481EF16F892}" type="presParOf" srcId="{876C9C10-85C7-794D-BECA-7E6B3040BD5B}" destId="{7249723C-E4C0-8E4E-9876-FECBD8EB4088}" srcOrd="0" destOrd="0" presId="urn:microsoft.com/office/officeart/2005/8/layout/StepDownProcess"/>
    <dgm:cxn modelId="{C7912625-812A-41A9-AF7D-AFE2C665B70D}" type="presParOf" srcId="{876C9C10-85C7-794D-BECA-7E6B3040BD5B}" destId="{7176A5BC-3282-044F-8AE1-17BEE6013828}" srcOrd="1" destOrd="0" presId="urn:microsoft.com/office/officeart/2005/8/layout/StepDownProcess"/>
    <dgm:cxn modelId="{3B0EC4B1-9D3F-40D2-A75E-5D7FA7A3BF30}" type="presParOf" srcId="{876C9C10-85C7-794D-BECA-7E6B3040BD5B}" destId="{849E87F9-77C2-E148-A125-B75B32BAE82F}" srcOrd="2" destOrd="0" presId="urn:microsoft.com/office/officeart/2005/8/layout/StepDownProcess"/>
    <dgm:cxn modelId="{8113D558-2028-4DCD-BAD9-C4B6B83BF85E}" type="presParOf" srcId="{49E2B0A6-6F15-3D4D-BF88-D0B2483CB55B}" destId="{A7334212-A42F-5947-B178-28EE2431D98C}" srcOrd="3" destOrd="0" presId="urn:microsoft.com/office/officeart/2005/8/layout/StepDownProcess"/>
    <dgm:cxn modelId="{39574284-A054-4D3E-87CF-3727348102DE}" type="presParOf" srcId="{49E2B0A6-6F15-3D4D-BF88-D0B2483CB55B}" destId="{797595AA-82E7-9A45-818A-CBFC19FC01B4}" srcOrd="4" destOrd="0" presId="urn:microsoft.com/office/officeart/2005/8/layout/StepDownProcess"/>
    <dgm:cxn modelId="{B41BF6AB-6B90-4B7F-8045-C9D0D4AC0E12}" type="presParOf" srcId="{797595AA-82E7-9A45-818A-CBFC19FC01B4}" destId="{582A57C3-E208-4C4D-8464-8F41E2B621E9}" srcOrd="0" destOrd="0" presId="urn:microsoft.com/office/officeart/2005/8/layout/StepDownProcess"/>
    <dgm:cxn modelId="{AA4DD6AC-BACC-451C-B352-0ACA8D3540ED}" type="presParOf" srcId="{797595AA-82E7-9A45-818A-CBFC19FC01B4}" destId="{8AD4400A-F79C-8A4B-829B-0D720ED8FB8C}" srcOrd="1" destOrd="0" presId="urn:microsoft.com/office/officeart/2005/8/layout/StepDownProcess"/>
    <dgm:cxn modelId="{A845ECA7-3108-4148-BD98-C679ED58BC8C}" type="presParOf" srcId="{797595AA-82E7-9A45-818A-CBFC19FC01B4}" destId="{383D977E-49FE-154D-8370-6E0B15881094}" srcOrd="2" destOrd="0" presId="urn:microsoft.com/office/officeart/2005/8/layout/StepDownProcess"/>
    <dgm:cxn modelId="{4579095E-6E0D-42D6-8144-428F0922AC9D}" type="presParOf" srcId="{49E2B0A6-6F15-3D4D-BF88-D0B2483CB55B}" destId="{51D4CC9D-D22F-A045-9B1F-02AFD777BA4F}" srcOrd="5" destOrd="0" presId="urn:microsoft.com/office/officeart/2005/8/layout/StepDownProcess"/>
    <dgm:cxn modelId="{0F54B0A2-9A5F-41C2-9455-E771986AD384}" type="presParOf" srcId="{49E2B0A6-6F15-3D4D-BF88-D0B2483CB55B}" destId="{9B1BB91C-DFAA-BB42-8883-6C779B3E0CC7}" srcOrd="6" destOrd="0" presId="urn:microsoft.com/office/officeart/2005/8/layout/StepDownProcess"/>
    <dgm:cxn modelId="{7A914FF6-7D6D-455F-B901-9AF3D5754A41}" type="presParOf" srcId="{9B1BB91C-DFAA-BB42-8883-6C779B3E0CC7}" destId="{97925E51-E8AA-DC48-BFEB-51206266AB1D}" srcOrd="0" destOrd="0" presId="urn:microsoft.com/office/officeart/2005/8/layout/StepDownProcess"/>
    <dgm:cxn modelId="{0A76A05C-AC1A-43E0-9F02-9A9F07133BB8}" type="presParOf" srcId="{9B1BB91C-DFAA-BB42-8883-6C779B3E0CC7}" destId="{8D80E448-C06F-8440-B08E-C700B7FCCC29}" srcOrd="1" destOrd="0" presId="urn:microsoft.com/office/officeart/2005/8/layout/StepDownProcess"/>
    <dgm:cxn modelId="{343DD820-4154-4AEF-B67A-0DCD92E6B830}" type="presParOf" srcId="{9B1BB91C-DFAA-BB42-8883-6C779B3E0CC7}" destId="{7F2F534D-82F4-5443-8CF7-5BBA47CF0517}" srcOrd="2" destOrd="0" presId="urn:microsoft.com/office/officeart/2005/8/layout/StepDownProcess"/>
    <dgm:cxn modelId="{71641620-7E41-4442-B6A8-31C10BB271E1}" type="presParOf" srcId="{49E2B0A6-6F15-3D4D-BF88-D0B2483CB55B}" destId="{CD6671F9-E0CD-EF49-94DC-C96CAC8CC7E3}" srcOrd="7" destOrd="0" presId="urn:microsoft.com/office/officeart/2005/8/layout/StepDownProcess"/>
    <dgm:cxn modelId="{17493622-932F-436A-90E4-14B00D73CD0A}" type="presParOf" srcId="{49E2B0A6-6F15-3D4D-BF88-D0B2483CB55B}" destId="{E13DFC65-0620-5546-9284-95854B643695}" srcOrd="8" destOrd="0" presId="urn:microsoft.com/office/officeart/2005/8/layout/StepDownProcess"/>
    <dgm:cxn modelId="{00FBD249-38D3-4392-B89E-8EAA917BD0A7}" type="presParOf" srcId="{E13DFC65-0620-5546-9284-95854B643695}" destId="{7EA63742-38C6-7343-AA79-52C3D9CCAB0D}" srcOrd="0" destOrd="0" presId="urn:microsoft.com/office/officeart/2005/8/layout/StepDownProcess"/>
    <dgm:cxn modelId="{1C8A8B12-00C8-49E3-BFD2-D1BC29ECF238}" type="presParOf" srcId="{E13DFC65-0620-5546-9284-95854B643695}" destId="{2642E532-D17B-8549-B299-BABD4A6DF310}" srcOrd="1" destOrd="0" presId="urn:microsoft.com/office/officeart/2005/8/layout/StepDownProcess"/>
    <dgm:cxn modelId="{9DA3BA2D-7868-4E0A-AFBD-B83C0DAA974F}" type="presParOf" srcId="{E13DFC65-0620-5546-9284-95854B643695}" destId="{4D72B732-04CC-5F4B-8E9C-09245727D3B9}" srcOrd="2" destOrd="0" presId="urn:microsoft.com/office/officeart/2005/8/layout/StepDownProcess"/>
    <dgm:cxn modelId="{15614A7E-B0C4-4A67-91E1-48228A82717B}" type="presParOf" srcId="{49E2B0A6-6F15-3D4D-BF88-D0B2483CB55B}" destId="{6EA532CE-6739-A24B-AAAE-6A1691A35034}" srcOrd="9" destOrd="0" presId="urn:microsoft.com/office/officeart/2005/8/layout/StepDownProcess"/>
    <dgm:cxn modelId="{7F774FA0-01C8-4821-ADB6-848AB12581EB}" type="presParOf" srcId="{49E2B0A6-6F15-3D4D-BF88-D0B2483CB55B}" destId="{658BC9F3-2A00-F547-8C78-511B7194FAEB}" srcOrd="10" destOrd="0" presId="urn:microsoft.com/office/officeart/2005/8/layout/StepDownProcess"/>
    <dgm:cxn modelId="{09007DA4-C532-4F9E-9A56-14F3B343908C}" type="presParOf" srcId="{658BC9F3-2A00-F547-8C78-511B7194FAEB}" destId="{9CCCECD5-8ED0-AC43-9710-1DD092099D67}" srcOrd="0" destOrd="0" presId="urn:microsoft.com/office/officeart/2005/8/layout/StepDownProcess"/>
    <dgm:cxn modelId="{DD1339E3-00DD-420B-96F6-711A067419C4}" type="presParOf" srcId="{658BC9F3-2A00-F547-8C78-511B7194FAEB}" destId="{10CFA320-75A8-479D-8F70-CEB6EE8737C8}" srcOrd="1" destOrd="0" presId="urn:microsoft.com/office/officeart/2005/8/layout/StepDown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C8198D2-B811-F543-848D-08253013A363}">
      <dsp:nvSpPr>
        <dsp:cNvPr id="0" name=""/>
        <dsp:cNvSpPr/>
      </dsp:nvSpPr>
      <dsp:spPr>
        <a:xfrm rot="5400000">
          <a:off x="1595357" y="619409"/>
          <a:ext cx="533172" cy="606998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A27501D-E342-BE40-9448-5C65451E51A0}">
      <dsp:nvSpPr>
        <dsp:cNvPr id="0" name=""/>
        <dsp:cNvSpPr/>
      </dsp:nvSpPr>
      <dsp:spPr>
        <a:xfrm>
          <a:off x="1454099" y="28376"/>
          <a:ext cx="897548" cy="628255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>
              <a:solidFill>
                <a:schemeClr val="tx1"/>
              </a:solidFill>
            </a:rPr>
            <a:t>Abstract Submission</a:t>
          </a:r>
        </a:p>
      </dsp:txBody>
      <dsp:txXfrm>
        <a:off x="1484773" y="59050"/>
        <a:ext cx="836200" cy="566907"/>
      </dsp:txXfrm>
    </dsp:sp>
    <dsp:sp modelId="{13263DF5-F771-E44D-A3A6-7359AB5A694B}">
      <dsp:nvSpPr>
        <dsp:cNvPr id="0" name=""/>
        <dsp:cNvSpPr/>
      </dsp:nvSpPr>
      <dsp:spPr>
        <a:xfrm>
          <a:off x="2351648" y="88295"/>
          <a:ext cx="652791" cy="5077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57150" lvl="1" indent="-57150" algn="l" defTabSz="266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600" kern="1200">
              <a:solidFill>
                <a:schemeClr val="tx1"/>
              </a:solidFill>
              <a:latin typeface="Helvetica"/>
              <a:cs typeface="Helvetica"/>
            </a:rPr>
            <a:t>March-5th</a:t>
          </a:r>
          <a:endParaRPr lang="en-US" sz="600" kern="1200">
            <a:solidFill>
              <a:schemeClr val="tx1"/>
            </a:solidFill>
          </a:endParaRPr>
        </a:p>
      </dsp:txBody>
      <dsp:txXfrm>
        <a:off x="2351648" y="88295"/>
        <a:ext cx="652791" cy="507783"/>
      </dsp:txXfrm>
    </dsp:sp>
    <dsp:sp modelId="{7249723C-E4C0-8E4E-9876-FECBD8EB4088}">
      <dsp:nvSpPr>
        <dsp:cNvPr id="0" name=""/>
        <dsp:cNvSpPr/>
      </dsp:nvSpPr>
      <dsp:spPr>
        <a:xfrm rot="5400000">
          <a:off x="2339521" y="1325147"/>
          <a:ext cx="533172" cy="606998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176A5BC-3282-044F-8AE1-17BEE6013828}">
      <dsp:nvSpPr>
        <dsp:cNvPr id="0" name=""/>
        <dsp:cNvSpPr/>
      </dsp:nvSpPr>
      <dsp:spPr>
        <a:xfrm>
          <a:off x="2198262" y="734114"/>
          <a:ext cx="897548" cy="628255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>
              <a:solidFill>
                <a:schemeClr val="tx1"/>
              </a:solidFill>
            </a:rPr>
            <a:t>Literature Survey</a:t>
          </a:r>
        </a:p>
      </dsp:txBody>
      <dsp:txXfrm>
        <a:off x="2228936" y="764788"/>
        <a:ext cx="836200" cy="566907"/>
      </dsp:txXfrm>
    </dsp:sp>
    <dsp:sp modelId="{849E87F9-77C2-E148-A125-B75B32BAE82F}">
      <dsp:nvSpPr>
        <dsp:cNvPr id="0" name=""/>
        <dsp:cNvSpPr/>
      </dsp:nvSpPr>
      <dsp:spPr>
        <a:xfrm>
          <a:off x="3095811" y="794033"/>
          <a:ext cx="652791" cy="5077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57150" lvl="1" indent="-57150" algn="l" defTabSz="266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600" kern="1200">
              <a:solidFill>
                <a:schemeClr val="tx1"/>
              </a:solidFill>
              <a:latin typeface="Helvetica"/>
              <a:cs typeface="Helvetica"/>
            </a:rPr>
            <a:t>March-5th</a:t>
          </a:r>
          <a:endParaRPr lang="en-US" sz="600" kern="1200">
            <a:solidFill>
              <a:schemeClr val="tx1"/>
            </a:solidFill>
          </a:endParaRPr>
        </a:p>
      </dsp:txBody>
      <dsp:txXfrm>
        <a:off x="3095811" y="794033"/>
        <a:ext cx="652791" cy="507783"/>
      </dsp:txXfrm>
    </dsp:sp>
    <dsp:sp modelId="{582A57C3-E208-4C4D-8464-8F41E2B621E9}">
      <dsp:nvSpPr>
        <dsp:cNvPr id="0" name=""/>
        <dsp:cNvSpPr/>
      </dsp:nvSpPr>
      <dsp:spPr>
        <a:xfrm rot="5400000">
          <a:off x="3083684" y="2030885"/>
          <a:ext cx="533172" cy="606998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AD4400A-F79C-8A4B-829B-0D720ED8FB8C}">
      <dsp:nvSpPr>
        <dsp:cNvPr id="0" name=""/>
        <dsp:cNvSpPr/>
      </dsp:nvSpPr>
      <dsp:spPr>
        <a:xfrm>
          <a:off x="2942426" y="1439852"/>
          <a:ext cx="897548" cy="628255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>
              <a:solidFill>
                <a:schemeClr val="tx1"/>
              </a:solidFill>
            </a:rPr>
            <a:t>Design [Front End, Back End]</a:t>
          </a:r>
        </a:p>
      </dsp:txBody>
      <dsp:txXfrm>
        <a:off x="2973100" y="1470526"/>
        <a:ext cx="836200" cy="566907"/>
      </dsp:txXfrm>
    </dsp:sp>
    <dsp:sp modelId="{383D977E-49FE-154D-8370-6E0B15881094}">
      <dsp:nvSpPr>
        <dsp:cNvPr id="0" name=""/>
        <dsp:cNvSpPr/>
      </dsp:nvSpPr>
      <dsp:spPr>
        <a:xfrm>
          <a:off x="3839975" y="1499770"/>
          <a:ext cx="652791" cy="5077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57150" lvl="1" indent="-57150" algn="l" defTabSz="2667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600" kern="1200">
              <a:solidFill>
                <a:schemeClr val="tx1"/>
              </a:solidFill>
              <a:latin typeface="Helvetica"/>
              <a:cs typeface="Helvetica"/>
            </a:rPr>
            <a:t>March-20th</a:t>
          </a:r>
          <a:endParaRPr lang="en-US" sz="600" kern="1200">
            <a:solidFill>
              <a:schemeClr val="tx1"/>
            </a:solidFill>
          </a:endParaRPr>
        </a:p>
      </dsp:txBody>
      <dsp:txXfrm>
        <a:off x="3839975" y="1499770"/>
        <a:ext cx="652791" cy="507783"/>
      </dsp:txXfrm>
    </dsp:sp>
    <dsp:sp modelId="{97925E51-E8AA-DC48-BFEB-51206266AB1D}">
      <dsp:nvSpPr>
        <dsp:cNvPr id="0" name=""/>
        <dsp:cNvSpPr/>
      </dsp:nvSpPr>
      <dsp:spPr>
        <a:xfrm rot="5400000">
          <a:off x="3827848" y="2736622"/>
          <a:ext cx="533172" cy="606998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D80E448-C06F-8440-B08E-C700B7FCCC29}">
      <dsp:nvSpPr>
        <dsp:cNvPr id="0" name=""/>
        <dsp:cNvSpPr/>
      </dsp:nvSpPr>
      <dsp:spPr>
        <a:xfrm>
          <a:off x="3686589" y="2145590"/>
          <a:ext cx="897548" cy="628255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>
              <a:solidFill>
                <a:schemeClr val="tx1"/>
              </a:solidFill>
            </a:rPr>
            <a:t>Implementation</a:t>
          </a:r>
        </a:p>
      </dsp:txBody>
      <dsp:txXfrm>
        <a:off x="3717263" y="2176264"/>
        <a:ext cx="836200" cy="566907"/>
      </dsp:txXfrm>
    </dsp:sp>
    <dsp:sp modelId="{7F2F534D-82F4-5443-8CF7-5BBA47CF0517}">
      <dsp:nvSpPr>
        <dsp:cNvPr id="0" name=""/>
        <dsp:cNvSpPr/>
      </dsp:nvSpPr>
      <dsp:spPr>
        <a:xfrm>
          <a:off x="4584138" y="2205508"/>
          <a:ext cx="652791" cy="5077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57150" lvl="1" indent="-57150" algn="l" defTabSz="2667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600" kern="1200">
              <a:solidFill>
                <a:schemeClr val="tx1"/>
              </a:solidFill>
              <a:latin typeface="Helvetica"/>
              <a:cs typeface="Helvetica"/>
            </a:rPr>
            <a:t>April-10th</a:t>
          </a:r>
          <a:endParaRPr lang="en-US" sz="600" kern="1200">
            <a:solidFill>
              <a:schemeClr val="tx1"/>
            </a:solidFill>
          </a:endParaRPr>
        </a:p>
      </dsp:txBody>
      <dsp:txXfrm>
        <a:off x="4584138" y="2205508"/>
        <a:ext cx="652791" cy="507783"/>
      </dsp:txXfrm>
    </dsp:sp>
    <dsp:sp modelId="{7EA63742-38C6-7343-AA79-52C3D9CCAB0D}">
      <dsp:nvSpPr>
        <dsp:cNvPr id="0" name=""/>
        <dsp:cNvSpPr/>
      </dsp:nvSpPr>
      <dsp:spPr>
        <a:xfrm rot="5400000">
          <a:off x="4572011" y="3442360"/>
          <a:ext cx="533172" cy="606998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642E532-D17B-8549-B299-BABD4A6DF310}">
      <dsp:nvSpPr>
        <dsp:cNvPr id="0" name=""/>
        <dsp:cNvSpPr/>
      </dsp:nvSpPr>
      <dsp:spPr>
        <a:xfrm>
          <a:off x="4430753" y="2851328"/>
          <a:ext cx="897548" cy="628255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>
              <a:solidFill>
                <a:schemeClr val="tx1"/>
              </a:solidFill>
            </a:rPr>
            <a:t>Testing</a:t>
          </a:r>
        </a:p>
      </dsp:txBody>
      <dsp:txXfrm>
        <a:off x="4461427" y="2882002"/>
        <a:ext cx="836200" cy="566907"/>
      </dsp:txXfrm>
    </dsp:sp>
    <dsp:sp modelId="{4D72B732-04CC-5F4B-8E9C-09245727D3B9}">
      <dsp:nvSpPr>
        <dsp:cNvPr id="0" name=""/>
        <dsp:cNvSpPr/>
      </dsp:nvSpPr>
      <dsp:spPr>
        <a:xfrm>
          <a:off x="5328302" y="2911246"/>
          <a:ext cx="652791" cy="5077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57150" lvl="1" indent="-57150" algn="l" defTabSz="266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600" kern="1200">
              <a:solidFill>
                <a:schemeClr val="tx1"/>
              </a:solidFill>
              <a:latin typeface="Helvetica"/>
              <a:cs typeface="Helvetica"/>
            </a:rPr>
            <a:t>April-15th</a:t>
          </a:r>
          <a:endParaRPr lang="en-US" sz="600" kern="1200">
            <a:solidFill>
              <a:schemeClr val="tx1"/>
            </a:solidFill>
          </a:endParaRPr>
        </a:p>
      </dsp:txBody>
      <dsp:txXfrm>
        <a:off x="5328302" y="2911246"/>
        <a:ext cx="652791" cy="507783"/>
      </dsp:txXfrm>
    </dsp:sp>
    <dsp:sp modelId="{9CCCECD5-8ED0-AC43-9710-1DD092099D67}">
      <dsp:nvSpPr>
        <dsp:cNvPr id="0" name=""/>
        <dsp:cNvSpPr/>
      </dsp:nvSpPr>
      <dsp:spPr>
        <a:xfrm>
          <a:off x="5174916" y="3557066"/>
          <a:ext cx="897548" cy="628255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>
              <a:solidFill>
                <a:schemeClr val="tx1"/>
              </a:solidFill>
            </a:rPr>
            <a:t>Document Submission</a:t>
          </a:r>
        </a:p>
      </dsp:txBody>
      <dsp:txXfrm>
        <a:off x="5205590" y="3587740"/>
        <a:ext cx="836200" cy="566907"/>
      </dsp:txXfrm>
    </dsp:sp>
    <dsp:sp modelId="{10CFA320-75A8-479D-8F70-CEB6EE8737C8}">
      <dsp:nvSpPr>
        <dsp:cNvPr id="0" name=""/>
        <dsp:cNvSpPr/>
      </dsp:nvSpPr>
      <dsp:spPr>
        <a:xfrm>
          <a:off x="6072465" y="3616984"/>
          <a:ext cx="652791" cy="5077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2200" kern="1200">
            <a:solidFill>
              <a:schemeClr val="tx1"/>
            </a:solidFill>
          </a:endParaRPr>
        </a:p>
      </dsp:txBody>
      <dsp:txXfrm>
        <a:off x="6072465" y="3616984"/>
        <a:ext cx="652791" cy="50778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StepDownProcess">
  <dgm:title val=""/>
  <dgm:desc val=""/>
  <dgm:catLst>
    <dgm:cat type="process" pri="1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60" srcId="0" destId="10" srcOrd="0" destOrd="0"/>
        <dgm:cxn modelId="12" srcId="10" destId="11" srcOrd="0" destOrd="0"/>
        <dgm:cxn modelId="70" srcId="0" destId="20" srcOrd="1" destOrd="0"/>
        <dgm:cxn modelId="22" srcId="20" destId="21" srcOrd="0" destOrd="0"/>
        <dgm:cxn modelId="8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t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t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hoose name="Name3">
      <dgm:if name="Name4" func="var" arg="dir" op="equ" val="norm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if>
      <dgm:else name="Name5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else>
    </dgm:choose>
    <dgm:forEach name="nodesForEach" axis="ch" ptType="node">
      <dgm:layoutNode name="composite">
        <dgm:alg type="composite">
          <dgm:param type="ar" val="1.2439"/>
        </dgm:alg>
        <dgm:shape xmlns:r="http://schemas.openxmlformats.org/officeDocument/2006/relationships" r:blip="">
          <dgm:adjLst/>
        </dgm:shape>
        <dgm:choose name="Name6">
          <dgm:if name="Name7" func="var" arg="dir" op="equ" val="norm">
            <dgm:constrLst>
              <dgm:constr type="l" for="ch" forName="bentUpArrow1" refType="w" fact="0.0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refFor="ch" refForName="ParentText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refFor="ch" refForName="ParentText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if>
          <dgm:else name="Name8">
            <dgm:constrLst>
              <dgm:constr type="r" for="ch" forName="bentUpArrow1" refType="w" fact="0.9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.4316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fact="0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fact="0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else>
        </dgm:choose>
        <dgm:choose name="Name9">
          <dgm:if name="Name10" axis="followSib" ptType="node" func="cnt" op="gte" val="1">
            <dgm:layoutNode name="bentUpArrow1" styleLbl="alignImgPlace1">
              <dgm:alg type="sp"/>
              <dgm:choose name="Name11">
                <dgm:if name="Name12" func="var" arg="dir" op="equ" val="norm">
                  <dgm:shape xmlns:r="http://schemas.openxmlformats.org/officeDocument/2006/relationships" rot="90" type="bentUpArrow" r:blip="">
                    <dgm:adjLst>
                      <dgm:adj idx="1" val="0.3284"/>
                      <dgm:adj idx="2" val="0.25"/>
                      <dgm:adj idx="3" val="0.3578"/>
                    </dgm:adjLst>
                  </dgm:shape>
                </dgm:if>
                <dgm:else name="Name13">
                  <dgm:shape xmlns:r="http://schemas.openxmlformats.org/officeDocument/2006/relationships" rot="180" type="bentArrow" r:blip="">
                    <dgm:adjLst>
                      <dgm:adj idx="1" val="0.3284"/>
                      <dgm:adj idx="2" val="0.25"/>
                      <dgm:adj idx="3" val="0.3578"/>
                      <dgm:adj idx="4" val="0"/>
                    </dgm:adjLst>
                  </dgm:shape>
                </dgm:else>
              </dgm:choose>
              <dgm:presOf/>
            </dgm:layoutNode>
          </dgm:if>
          <dgm:else name="Name14"/>
        </dgm:choose>
        <dgm:layoutNode name="ParentText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66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15">
          <dgm:if name="Name16" axis="followSib" ptType="node" func="cnt" op="equ" val="0">
            <dgm:choose name="Name17">
              <dgm:if name="Name18" axis="ch" ptType="node" func="cnt" op="gte" val="1">
                <dgm:layoutNode name="FinalChildText" styleLbl="revTx">
                  <dgm:varLst>
                    <dgm:chMax val="0"/>
                    <dgm:chPref val="0"/>
                    <dgm:bulletEnabled val="1"/>
                  </dgm:varLst>
                  <dgm:alg type="tx">
                    <dgm:param type="stBulletLvl" val="1"/>
                    <dgm:param type="txAnchorVertCh" val="mid"/>
                    <dgm:param type="parTxLTRAlign" val="l"/>
                  </dgm:alg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9"/>
            </dgm:choose>
          </dgm:if>
          <dgm:else name="Name20">
            <dgm:layoutNode name="ChildText" styleLbl="revTx">
              <dgm:varLst>
                <dgm:chMax val="0"/>
                <dgm:chPref val="0"/>
                <dgm:bulletEnabled val="1"/>
              </dgm:varLst>
              <dgm:alg type="tx">
                <dgm:param type="stBulletLvl" val="1"/>
                <dgm:param type="txAnchorVertCh" val="mid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else>
        </dgm:choos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Shape 126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27" name="Shape 127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77739982"/>
      </p:ext>
    </p:extLst>
  </p:cSld>
  <p:clrMap bg1="lt1" tx1="dk1" bg2="lt2" tx2="dk2" accent1="accent1" accent2="accent2" accent3="accent3" accent4="accent4" accent5="accent5" accent6="accent6" hlink="hlink" folHlink="folHlink"/>
  <p:notesStyle>
    <a:lvl1pPr latinLnBrk="0">
      <a:spcBef>
        <a:spcPts val="400"/>
      </a:spcBef>
      <a:defRPr sz="1200">
        <a:latin typeface="+mn-lt"/>
        <a:ea typeface="+mn-ea"/>
        <a:cs typeface="+mn-cs"/>
        <a:sym typeface="Arial"/>
      </a:defRPr>
    </a:lvl1pPr>
    <a:lvl2pPr indent="228600" latinLnBrk="0">
      <a:spcBef>
        <a:spcPts val="400"/>
      </a:spcBef>
      <a:defRPr sz="1200">
        <a:latin typeface="+mn-lt"/>
        <a:ea typeface="+mn-ea"/>
        <a:cs typeface="+mn-cs"/>
        <a:sym typeface="Arial"/>
      </a:defRPr>
    </a:lvl2pPr>
    <a:lvl3pPr indent="457200" latinLnBrk="0">
      <a:spcBef>
        <a:spcPts val="400"/>
      </a:spcBef>
      <a:defRPr sz="1200">
        <a:latin typeface="+mn-lt"/>
        <a:ea typeface="+mn-ea"/>
        <a:cs typeface="+mn-cs"/>
        <a:sym typeface="Arial"/>
      </a:defRPr>
    </a:lvl3pPr>
    <a:lvl4pPr indent="685800" latinLnBrk="0">
      <a:spcBef>
        <a:spcPts val="400"/>
      </a:spcBef>
      <a:defRPr sz="1200">
        <a:latin typeface="+mn-lt"/>
        <a:ea typeface="+mn-ea"/>
        <a:cs typeface="+mn-cs"/>
        <a:sym typeface="Arial"/>
      </a:defRPr>
    </a:lvl4pPr>
    <a:lvl5pPr indent="914400" latinLnBrk="0">
      <a:spcBef>
        <a:spcPts val="400"/>
      </a:spcBef>
      <a:defRPr sz="1200">
        <a:latin typeface="+mn-lt"/>
        <a:ea typeface="+mn-ea"/>
        <a:cs typeface="+mn-cs"/>
        <a:sym typeface="Arial"/>
      </a:defRPr>
    </a:lvl5pPr>
    <a:lvl6pPr indent="1143000" latinLnBrk="0">
      <a:spcBef>
        <a:spcPts val="400"/>
      </a:spcBef>
      <a:defRPr sz="1200">
        <a:latin typeface="+mn-lt"/>
        <a:ea typeface="+mn-ea"/>
        <a:cs typeface="+mn-cs"/>
        <a:sym typeface="Arial"/>
      </a:defRPr>
    </a:lvl6pPr>
    <a:lvl7pPr indent="1371600" latinLnBrk="0">
      <a:spcBef>
        <a:spcPts val="400"/>
      </a:spcBef>
      <a:defRPr sz="1200">
        <a:latin typeface="+mn-lt"/>
        <a:ea typeface="+mn-ea"/>
        <a:cs typeface="+mn-cs"/>
        <a:sym typeface="Arial"/>
      </a:defRPr>
    </a:lvl7pPr>
    <a:lvl8pPr indent="1600200" latinLnBrk="0">
      <a:spcBef>
        <a:spcPts val="400"/>
      </a:spcBef>
      <a:defRPr sz="1200">
        <a:latin typeface="+mn-lt"/>
        <a:ea typeface="+mn-ea"/>
        <a:cs typeface="+mn-cs"/>
        <a:sym typeface="Arial"/>
      </a:defRPr>
    </a:lvl8pPr>
    <a:lvl9pPr indent="1828800" latinLnBrk="0">
      <a:spcBef>
        <a:spcPts val="400"/>
      </a:spcBef>
      <a:defRPr sz="1200">
        <a:latin typeface="+mn-lt"/>
        <a:ea typeface="+mn-ea"/>
        <a:cs typeface="+mn-cs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ounded Rectangle"/>
          <p:cNvSpPr/>
          <p:nvPr/>
        </p:nvSpPr>
        <p:spPr>
          <a:xfrm>
            <a:off x="381000" y="1143000"/>
            <a:ext cx="8458200" cy="5181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>
            <a:solidFill>
              <a:srgbClr val="6699FF"/>
            </a:solidFill>
          </a:ln>
        </p:spPr>
        <p:txBody>
          <a:bodyPr lIns="45719" rIns="45719" anchor="ctr"/>
          <a:lstStyle/>
          <a:p>
            <a:pPr algn="ctr">
              <a:defRPr sz="2800">
                <a:solidFill>
                  <a:srgbClr val="0000FF"/>
                </a:solidFill>
                <a:latin typeface="+mn-lt"/>
                <a:ea typeface="+mn-ea"/>
                <a:cs typeface="+mn-cs"/>
                <a:sym typeface="Arial"/>
              </a:defRPr>
            </a:pPr>
            <a:endParaRPr/>
          </a:p>
        </p:txBody>
      </p:sp>
      <p:pic>
        <p:nvPicPr>
          <p:cNvPr id="24" name="collegelogo" descr="college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76200"/>
            <a:ext cx="792163" cy="914400"/>
          </a:xfrm>
          <a:prstGeom prst="rect">
            <a:avLst/>
          </a:prstGeom>
          <a:ln w="12700">
            <a:miter lim="400000"/>
          </a:ln>
        </p:spPr>
      </p:pic>
      <p:sp>
        <p:nvSpPr>
          <p:cNvPr id="25" name="Text"/>
          <p:cNvSpPr txBox="1"/>
          <p:nvPr/>
        </p:nvSpPr>
        <p:spPr>
          <a:xfrm>
            <a:off x="1264919" y="304800"/>
            <a:ext cx="6918961" cy="350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>
              <a:defRPr sz="1800" b="1">
                <a:latin typeface="+mn-lt"/>
                <a:ea typeface="+mn-ea"/>
                <a:cs typeface="+mn-cs"/>
                <a:sym typeface="Arial"/>
              </a:defRPr>
            </a:lvl1pPr>
          </a:lstStyle>
          <a:p>
            <a:r>
              <a:t>                       </a:t>
            </a:r>
          </a:p>
        </p:txBody>
      </p:sp>
      <p:sp>
        <p:nvSpPr>
          <p:cNvPr id="26" name="Title Text"/>
          <p:cNvSpPr txBox="1">
            <a:spLocks noGrp="1"/>
          </p:cNvSpPr>
          <p:nvPr>
            <p:ph type="title"/>
          </p:nvPr>
        </p:nvSpPr>
        <p:spPr>
          <a:xfrm>
            <a:off x="990600" y="1371600"/>
            <a:ext cx="6858000" cy="808038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Title Text</a:t>
            </a:r>
          </a:p>
        </p:txBody>
      </p:sp>
      <p:sp>
        <p:nvSpPr>
          <p:cNvPr id="27" name="Body Level One…"/>
          <p:cNvSpPr txBox="1">
            <a:spLocks noGrp="1"/>
          </p:cNvSpPr>
          <p:nvPr>
            <p:ph type="body" idx="1"/>
          </p:nvPr>
        </p:nvSpPr>
        <p:spPr>
          <a:xfrm>
            <a:off x="914400" y="2362200"/>
            <a:ext cx="7315200" cy="3763963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"/>
          <p:cNvSpPr/>
          <p:nvPr/>
        </p:nvSpPr>
        <p:spPr>
          <a:xfrm>
            <a:off x="381000" y="1143000"/>
            <a:ext cx="8458200" cy="5181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>
            <a:solidFill>
              <a:srgbClr val="6699FF"/>
            </a:solidFill>
          </a:ln>
        </p:spPr>
        <p:txBody>
          <a:bodyPr lIns="45719" rIns="45719" anchor="ctr"/>
          <a:lstStyle/>
          <a:p>
            <a:pPr algn="ctr">
              <a:defRPr sz="2800">
                <a:solidFill>
                  <a:srgbClr val="0000FF"/>
                </a:solidFill>
                <a:latin typeface="+mn-lt"/>
                <a:ea typeface="+mn-ea"/>
                <a:cs typeface="+mn-cs"/>
                <a:sym typeface="Arial"/>
              </a:defRPr>
            </a:pPr>
            <a:endParaRPr/>
          </a:p>
        </p:txBody>
      </p:sp>
      <p:pic>
        <p:nvPicPr>
          <p:cNvPr id="36" name="collegelogo" descr="college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76200"/>
            <a:ext cx="792163" cy="914400"/>
          </a:xfrm>
          <a:prstGeom prst="rect">
            <a:avLst/>
          </a:prstGeom>
          <a:ln w="12700">
            <a:miter lim="400000"/>
          </a:ln>
        </p:spPr>
      </p:pic>
      <p:sp>
        <p:nvSpPr>
          <p:cNvPr id="37" name="Text"/>
          <p:cNvSpPr txBox="1"/>
          <p:nvPr/>
        </p:nvSpPr>
        <p:spPr>
          <a:xfrm>
            <a:off x="1264919" y="304800"/>
            <a:ext cx="6918961" cy="350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>
              <a:defRPr sz="1800" b="1">
                <a:latin typeface="+mn-lt"/>
                <a:ea typeface="+mn-ea"/>
                <a:cs typeface="+mn-cs"/>
                <a:sym typeface="Arial"/>
              </a:defRPr>
            </a:lvl1pPr>
          </a:lstStyle>
          <a:p>
            <a:r>
              <a:t>                       </a:t>
            </a:r>
          </a:p>
        </p:txBody>
      </p:sp>
      <p:sp>
        <p:nvSpPr>
          <p:cNvPr id="38" name="Title Text"/>
          <p:cNvSpPr txBox="1">
            <a:spLocks noGrp="1"/>
          </p:cNvSpPr>
          <p:nvPr>
            <p:ph type="title"/>
          </p:nvPr>
        </p:nvSpPr>
        <p:spPr>
          <a:xfrm>
            <a:off x="990600" y="1371600"/>
            <a:ext cx="6858000" cy="808038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Title Text</a:t>
            </a:r>
          </a:p>
        </p:txBody>
      </p:sp>
      <p:sp>
        <p:nvSpPr>
          <p:cNvPr id="39" name="Body Level One…"/>
          <p:cNvSpPr txBox="1">
            <a:spLocks noGrp="1"/>
          </p:cNvSpPr>
          <p:nvPr>
            <p:ph type="body" idx="1"/>
          </p:nvPr>
        </p:nvSpPr>
        <p:spPr>
          <a:xfrm>
            <a:off x="914400" y="2362200"/>
            <a:ext cx="7315200" cy="3763963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ounded Rectangle"/>
          <p:cNvSpPr/>
          <p:nvPr/>
        </p:nvSpPr>
        <p:spPr>
          <a:xfrm>
            <a:off x="381000" y="1143000"/>
            <a:ext cx="8458200" cy="5181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>
            <a:solidFill>
              <a:srgbClr val="6699FF"/>
            </a:solidFill>
          </a:ln>
        </p:spPr>
        <p:txBody>
          <a:bodyPr lIns="45719" rIns="45719" anchor="ctr"/>
          <a:lstStyle/>
          <a:p>
            <a:pPr algn="ctr">
              <a:defRPr sz="2800">
                <a:solidFill>
                  <a:srgbClr val="0000FF"/>
                </a:solidFill>
                <a:latin typeface="+mn-lt"/>
                <a:ea typeface="+mn-ea"/>
                <a:cs typeface="+mn-cs"/>
                <a:sym typeface="Arial"/>
              </a:defRPr>
            </a:pPr>
            <a:endParaRPr/>
          </a:p>
        </p:txBody>
      </p:sp>
      <p:pic>
        <p:nvPicPr>
          <p:cNvPr id="48" name="collegelogo" descr="college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76200"/>
            <a:ext cx="792163" cy="914400"/>
          </a:xfrm>
          <a:prstGeom prst="rect">
            <a:avLst/>
          </a:prstGeom>
          <a:ln w="12700">
            <a:miter lim="400000"/>
          </a:ln>
        </p:spPr>
      </p:pic>
      <p:sp>
        <p:nvSpPr>
          <p:cNvPr id="49" name="Text"/>
          <p:cNvSpPr txBox="1"/>
          <p:nvPr/>
        </p:nvSpPr>
        <p:spPr>
          <a:xfrm>
            <a:off x="1264919" y="304800"/>
            <a:ext cx="6918961" cy="350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>
              <a:defRPr sz="1800" b="1">
                <a:latin typeface="+mn-lt"/>
                <a:ea typeface="+mn-ea"/>
                <a:cs typeface="+mn-cs"/>
                <a:sym typeface="Arial"/>
              </a:defRPr>
            </a:lvl1pPr>
          </a:lstStyle>
          <a:p>
            <a:r>
              <a:t>                       </a:t>
            </a:r>
          </a:p>
        </p:txBody>
      </p:sp>
      <p:sp>
        <p:nvSpPr>
          <p:cNvPr id="50" name="Title Text"/>
          <p:cNvSpPr txBox="1">
            <a:spLocks noGrp="1"/>
          </p:cNvSpPr>
          <p:nvPr>
            <p:ph type="title"/>
          </p:nvPr>
        </p:nvSpPr>
        <p:spPr>
          <a:xfrm>
            <a:off x="990600" y="1371600"/>
            <a:ext cx="6858000" cy="808038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Title Text</a:t>
            </a:r>
          </a:p>
        </p:txBody>
      </p:sp>
      <p:sp>
        <p:nvSpPr>
          <p:cNvPr id="51" name="Body Level One…"/>
          <p:cNvSpPr txBox="1">
            <a:spLocks noGrp="1"/>
          </p:cNvSpPr>
          <p:nvPr>
            <p:ph type="body" idx="1"/>
          </p:nvPr>
        </p:nvSpPr>
        <p:spPr>
          <a:xfrm>
            <a:off x="914400" y="2362200"/>
            <a:ext cx="7315200" cy="3763963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Rounded Rectangle"/>
          <p:cNvSpPr/>
          <p:nvPr/>
        </p:nvSpPr>
        <p:spPr>
          <a:xfrm>
            <a:off x="381000" y="1143000"/>
            <a:ext cx="8458200" cy="5181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>
            <a:solidFill>
              <a:srgbClr val="6699FF"/>
            </a:solidFill>
          </a:ln>
        </p:spPr>
        <p:txBody>
          <a:bodyPr lIns="45719" rIns="45719" anchor="ctr"/>
          <a:lstStyle/>
          <a:p>
            <a:pPr algn="ctr">
              <a:defRPr sz="2800">
                <a:solidFill>
                  <a:srgbClr val="0000FF"/>
                </a:solidFill>
                <a:latin typeface="+mn-lt"/>
                <a:ea typeface="+mn-ea"/>
                <a:cs typeface="+mn-cs"/>
                <a:sym typeface="Arial"/>
              </a:defRPr>
            </a:pPr>
            <a:endParaRPr/>
          </a:p>
        </p:txBody>
      </p:sp>
      <p:pic>
        <p:nvPicPr>
          <p:cNvPr id="60" name="collegelogo" descr="college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76200"/>
            <a:ext cx="792163" cy="914400"/>
          </a:xfrm>
          <a:prstGeom prst="rect">
            <a:avLst/>
          </a:prstGeom>
          <a:ln w="12700">
            <a:miter lim="400000"/>
          </a:ln>
        </p:spPr>
      </p:pic>
      <p:sp>
        <p:nvSpPr>
          <p:cNvPr id="61" name="Text"/>
          <p:cNvSpPr txBox="1"/>
          <p:nvPr/>
        </p:nvSpPr>
        <p:spPr>
          <a:xfrm>
            <a:off x="1264919" y="304800"/>
            <a:ext cx="6918961" cy="350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>
              <a:defRPr sz="1800" b="1">
                <a:latin typeface="+mn-lt"/>
                <a:ea typeface="+mn-ea"/>
                <a:cs typeface="+mn-cs"/>
                <a:sym typeface="Arial"/>
              </a:defRPr>
            </a:lvl1pPr>
          </a:lstStyle>
          <a:p>
            <a:r>
              <a:t>                       </a:t>
            </a:r>
          </a:p>
        </p:txBody>
      </p:sp>
      <p:sp>
        <p:nvSpPr>
          <p:cNvPr id="62" name="Title Text"/>
          <p:cNvSpPr txBox="1">
            <a:spLocks noGrp="1"/>
          </p:cNvSpPr>
          <p:nvPr>
            <p:ph type="title"/>
          </p:nvPr>
        </p:nvSpPr>
        <p:spPr>
          <a:xfrm>
            <a:off x="990600" y="1371600"/>
            <a:ext cx="6858000" cy="808038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Title Text</a:t>
            </a:r>
          </a:p>
        </p:txBody>
      </p:sp>
      <p:sp>
        <p:nvSpPr>
          <p:cNvPr id="63" name="Body Level One…"/>
          <p:cNvSpPr txBox="1">
            <a:spLocks noGrp="1"/>
          </p:cNvSpPr>
          <p:nvPr>
            <p:ph type="body" idx="1"/>
          </p:nvPr>
        </p:nvSpPr>
        <p:spPr>
          <a:xfrm>
            <a:off x="914400" y="2362200"/>
            <a:ext cx="7315200" cy="3763963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ounded Rectangle"/>
          <p:cNvSpPr/>
          <p:nvPr/>
        </p:nvSpPr>
        <p:spPr>
          <a:xfrm>
            <a:off x="381000" y="1143000"/>
            <a:ext cx="8458200" cy="5181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>
            <a:solidFill>
              <a:srgbClr val="6699FF"/>
            </a:solidFill>
          </a:ln>
        </p:spPr>
        <p:txBody>
          <a:bodyPr lIns="45719" rIns="45719" anchor="ctr"/>
          <a:lstStyle/>
          <a:p>
            <a:pPr algn="ctr">
              <a:defRPr sz="2800">
                <a:solidFill>
                  <a:srgbClr val="0000FF"/>
                </a:solidFill>
                <a:latin typeface="+mn-lt"/>
                <a:ea typeface="+mn-ea"/>
                <a:cs typeface="+mn-cs"/>
                <a:sym typeface="Arial"/>
              </a:defRPr>
            </a:pPr>
            <a:endParaRPr/>
          </a:p>
        </p:txBody>
      </p:sp>
      <p:pic>
        <p:nvPicPr>
          <p:cNvPr id="72" name="collegelogo" descr="college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76200"/>
            <a:ext cx="792163" cy="914400"/>
          </a:xfrm>
          <a:prstGeom prst="rect">
            <a:avLst/>
          </a:prstGeom>
          <a:ln w="12700">
            <a:miter lim="400000"/>
          </a:ln>
        </p:spPr>
      </p:pic>
      <p:sp>
        <p:nvSpPr>
          <p:cNvPr id="73" name="Text"/>
          <p:cNvSpPr txBox="1"/>
          <p:nvPr/>
        </p:nvSpPr>
        <p:spPr>
          <a:xfrm>
            <a:off x="1264919" y="304800"/>
            <a:ext cx="6918961" cy="350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>
              <a:defRPr sz="1800" b="1">
                <a:latin typeface="+mn-lt"/>
                <a:ea typeface="+mn-ea"/>
                <a:cs typeface="+mn-cs"/>
                <a:sym typeface="Arial"/>
              </a:defRPr>
            </a:lvl1pPr>
          </a:lstStyle>
          <a:p>
            <a:r>
              <a:t>                       </a:t>
            </a:r>
          </a:p>
        </p:txBody>
      </p:sp>
      <p:sp>
        <p:nvSpPr>
          <p:cNvPr id="74" name="Title Text"/>
          <p:cNvSpPr txBox="1">
            <a:spLocks noGrp="1"/>
          </p:cNvSpPr>
          <p:nvPr>
            <p:ph type="title"/>
          </p:nvPr>
        </p:nvSpPr>
        <p:spPr>
          <a:xfrm>
            <a:off x="990600" y="1371600"/>
            <a:ext cx="6858000" cy="808038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Title Text</a:t>
            </a:r>
          </a:p>
        </p:txBody>
      </p:sp>
      <p:sp>
        <p:nvSpPr>
          <p:cNvPr id="75" name="Body Level One…"/>
          <p:cNvSpPr txBox="1">
            <a:spLocks noGrp="1"/>
          </p:cNvSpPr>
          <p:nvPr>
            <p:ph type="body" idx="1"/>
          </p:nvPr>
        </p:nvSpPr>
        <p:spPr>
          <a:xfrm>
            <a:off x="914400" y="2362200"/>
            <a:ext cx="7315200" cy="3763963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Rounded Rectangle"/>
          <p:cNvSpPr/>
          <p:nvPr/>
        </p:nvSpPr>
        <p:spPr>
          <a:xfrm>
            <a:off x="381000" y="1143000"/>
            <a:ext cx="8458200" cy="5181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>
            <a:solidFill>
              <a:srgbClr val="6699FF"/>
            </a:solidFill>
          </a:ln>
        </p:spPr>
        <p:txBody>
          <a:bodyPr lIns="45719" rIns="45719" anchor="ctr"/>
          <a:lstStyle/>
          <a:p>
            <a:pPr algn="ctr">
              <a:defRPr sz="2800">
                <a:solidFill>
                  <a:srgbClr val="0000FF"/>
                </a:solidFill>
                <a:latin typeface="+mn-lt"/>
                <a:ea typeface="+mn-ea"/>
                <a:cs typeface="+mn-cs"/>
                <a:sym typeface="Arial"/>
              </a:defRPr>
            </a:pPr>
            <a:endParaRPr/>
          </a:p>
        </p:txBody>
      </p:sp>
      <p:pic>
        <p:nvPicPr>
          <p:cNvPr id="84" name="collegelogo" descr="college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76200"/>
            <a:ext cx="792163" cy="914400"/>
          </a:xfrm>
          <a:prstGeom prst="rect">
            <a:avLst/>
          </a:prstGeom>
          <a:ln w="12700">
            <a:miter lim="400000"/>
          </a:ln>
        </p:spPr>
      </p:pic>
      <p:sp>
        <p:nvSpPr>
          <p:cNvPr id="85" name="Text"/>
          <p:cNvSpPr txBox="1"/>
          <p:nvPr/>
        </p:nvSpPr>
        <p:spPr>
          <a:xfrm>
            <a:off x="1264919" y="304800"/>
            <a:ext cx="6918961" cy="350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>
              <a:defRPr sz="1800" b="1">
                <a:latin typeface="+mn-lt"/>
                <a:ea typeface="+mn-ea"/>
                <a:cs typeface="+mn-cs"/>
                <a:sym typeface="Arial"/>
              </a:defRPr>
            </a:lvl1pPr>
          </a:lstStyle>
          <a:p>
            <a:r>
              <a:t>                       </a:t>
            </a:r>
          </a:p>
        </p:txBody>
      </p:sp>
      <p:sp>
        <p:nvSpPr>
          <p:cNvPr id="86" name="Title Text"/>
          <p:cNvSpPr txBox="1">
            <a:spLocks noGrp="1"/>
          </p:cNvSpPr>
          <p:nvPr>
            <p:ph type="title"/>
          </p:nvPr>
        </p:nvSpPr>
        <p:spPr>
          <a:xfrm>
            <a:off x="990600" y="1371600"/>
            <a:ext cx="6858000" cy="808038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Title Text</a:t>
            </a:r>
          </a:p>
        </p:txBody>
      </p:sp>
      <p:sp>
        <p:nvSpPr>
          <p:cNvPr id="87" name="Body Level One…"/>
          <p:cNvSpPr txBox="1">
            <a:spLocks noGrp="1"/>
          </p:cNvSpPr>
          <p:nvPr>
            <p:ph type="body" idx="1"/>
          </p:nvPr>
        </p:nvSpPr>
        <p:spPr>
          <a:xfrm>
            <a:off x="914400" y="2362200"/>
            <a:ext cx="7315200" cy="3763963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Rounded Rectangle"/>
          <p:cNvSpPr/>
          <p:nvPr/>
        </p:nvSpPr>
        <p:spPr>
          <a:xfrm>
            <a:off x="381000" y="1143000"/>
            <a:ext cx="8458200" cy="5181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>
            <a:solidFill>
              <a:srgbClr val="6699FF"/>
            </a:solidFill>
          </a:ln>
        </p:spPr>
        <p:txBody>
          <a:bodyPr lIns="45719" rIns="45719" anchor="ctr"/>
          <a:lstStyle/>
          <a:p>
            <a:pPr algn="ctr">
              <a:defRPr sz="2800">
                <a:solidFill>
                  <a:srgbClr val="0000FF"/>
                </a:solidFill>
                <a:latin typeface="+mn-lt"/>
                <a:ea typeface="+mn-ea"/>
                <a:cs typeface="+mn-cs"/>
                <a:sym typeface="Arial"/>
              </a:defRPr>
            </a:pPr>
            <a:endParaRPr/>
          </a:p>
        </p:txBody>
      </p:sp>
      <p:pic>
        <p:nvPicPr>
          <p:cNvPr id="96" name="collegelogo" descr="college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76200"/>
            <a:ext cx="792163" cy="914400"/>
          </a:xfrm>
          <a:prstGeom prst="rect">
            <a:avLst/>
          </a:prstGeom>
          <a:ln w="12700">
            <a:miter lim="400000"/>
          </a:ln>
        </p:spPr>
      </p:pic>
      <p:sp>
        <p:nvSpPr>
          <p:cNvPr id="97" name="Text"/>
          <p:cNvSpPr txBox="1"/>
          <p:nvPr/>
        </p:nvSpPr>
        <p:spPr>
          <a:xfrm>
            <a:off x="1264919" y="304800"/>
            <a:ext cx="6918961" cy="350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>
              <a:defRPr sz="1800" b="1">
                <a:latin typeface="+mn-lt"/>
                <a:ea typeface="+mn-ea"/>
                <a:cs typeface="+mn-cs"/>
                <a:sym typeface="Arial"/>
              </a:defRPr>
            </a:lvl1pPr>
          </a:lstStyle>
          <a:p>
            <a:r>
              <a:t>                       </a:t>
            </a:r>
          </a:p>
        </p:txBody>
      </p:sp>
      <p:sp>
        <p:nvSpPr>
          <p:cNvPr id="98" name="Title Text"/>
          <p:cNvSpPr txBox="1">
            <a:spLocks noGrp="1"/>
          </p:cNvSpPr>
          <p:nvPr>
            <p:ph type="title"/>
          </p:nvPr>
        </p:nvSpPr>
        <p:spPr>
          <a:xfrm>
            <a:off x="990600" y="1371600"/>
            <a:ext cx="6858000" cy="808038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Title Text</a:t>
            </a:r>
          </a:p>
        </p:txBody>
      </p:sp>
      <p:sp>
        <p:nvSpPr>
          <p:cNvPr id="99" name="Body Level One…"/>
          <p:cNvSpPr txBox="1">
            <a:spLocks noGrp="1"/>
          </p:cNvSpPr>
          <p:nvPr>
            <p:ph type="body" idx="1"/>
          </p:nvPr>
        </p:nvSpPr>
        <p:spPr>
          <a:xfrm>
            <a:off x="914400" y="2362200"/>
            <a:ext cx="7315200" cy="3763963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0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Rounded Rectangle"/>
          <p:cNvSpPr/>
          <p:nvPr/>
        </p:nvSpPr>
        <p:spPr>
          <a:xfrm>
            <a:off x="381000" y="1143000"/>
            <a:ext cx="8458200" cy="5181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>
            <a:solidFill>
              <a:srgbClr val="6699FF"/>
            </a:solidFill>
          </a:ln>
        </p:spPr>
        <p:txBody>
          <a:bodyPr lIns="45719" rIns="45719" anchor="ctr"/>
          <a:lstStyle/>
          <a:p>
            <a:pPr algn="ctr">
              <a:defRPr sz="2800">
                <a:solidFill>
                  <a:srgbClr val="0000FF"/>
                </a:solidFill>
                <a:latin typeface="+mn-lt"/>
                <a:ea typeface="+mn-ea"/>
                <a:cs typeface="+mn-cs"/>
                <a:sym typeface="Arial"/>
              </a:defRPr>
            </a:pPr>
            <a:endParaRPr/>
          </a:p>
        </p:txBody>
      </p:sp>
      <p:pic>
        <p:nvPicPr>
          <p:cNvPr id="108" name="collegelogo" descr="college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76200"/>
            <a:ext cx="792163" cy="914400"/>
          </a:xfrm>
          <a:prstGeom prst="rect">
            <a:avLst/>
          </a:prstGeom>
          <a:ln w="12700">
            <a:miter lim="400000"/>
          </a:ln>
        </p:spPr>
      </p:pic>
      <p:sp>
        <p:nvSpPr>
          <p:cNvPr id="109" name="Text"/>
          <p:cNvSpPr txBox="1"/>
          <p:nvPr/>
        </p:nvSpPr>
        <p:spPr>
          <a:xfrm>
            <a:off x="1264919" y="304800"/>
            <a:ext cx="6918961" cy="350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>
              <a:defRPr sz="1800" b="1">
                <a:latin typeface="+mn-lt"/>
                <a:ea typeface="+mn-ea"/>
                <a:cs typeface="+mn-cs"/>
                <a:sym typeface="Arial"/>
              </a:defRPr>
            </a:lvl1pPr>
          </a:lstStyle>
          <a:p>
            <a:r>
              <a:t>                       </a:t>
            </a:r>
          </a:p>
        </p:txBody>
      </p:sp>
      <p:sp>
        <p:nvSpPr>
          <p:cNvPr id="110" name="Title Text"/>
          <p:cNvSpPr txBox="1">
            <a:spLocks noGrp="1"/>
          </p:cNvSpPr>
          <p:nvPr>
            <p:ph type="title"/>
          </p:nvPr>
        </p:nvSpPr>
        <p:spPr>
          <a:xfrm>
            <a:off x="990600" y="1371600"/>
            <a:ext cx="6858000" cy="808038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Title Text</a:t>
            </a:r>
          </a:p>
        </p:txBody>
      </p:sp>
      <p:sp>
        <p:nvSpPr>
          <p:cNvPr id="111" name="Body Level One…"/>
          <p:cNvSpPr txBox="1">
            <a:spLocks noGrp="1"/>
          </p:cNvSpPr>
          <p:nvPr>
            <p:ph type="body" idx="1"/>
          </p:nvPr>
        </p:nvSpPr>
        <p:spPr>
          <a:xfrm>
            <a:off x="914400" y="2362200"/>
            <a:ext cx="7315200" cy="3763963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1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120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"/>
          <p:cNvSpPr/>
          <p:nvPr/>
        </p:nvSpPr>
        <p:spPr>
          <a:xfrm>
            <a:off x="381000" y="1143000"/>
            <a:ext cx="8458200" cy="5181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>
            <a:solidFill>
              <a:srgbClr val="6699FF"/>
            </a:solidFill>
          </a:ln>
        </p:spPr>
        <p:txBody>
          <a:bodyPr lIns="45719" rIns="45719" anchor="ctr"/>
          <a:lstStyle/>
          <a:p>
            <a:pPr algn="ctr">
              <a:defRPr sz="2800">
                <a:solidFill>
                  <a:srgbClr val="0000FF"/>
                </a:solidFill>
                <a:latin typeface="+mn-lt"/>
                <a:ea typeface="+mn-ea"/>
                <a:cs typeface="+mn-cs"/>
                <a:sym typeface="Arial"/>
              </a:defRPr>
            </a:pPr>
            <a:endParaRPr/>
          </a:p>
        </p:txBody>
      </p:sp>
      <p:sp>
        <p:nvSpPr>
          <p:cNvPr id="3" name="Text"/>
          <p:cNvSpPr txBox="1"/>
          <p:nvPr/>
        </p:nvSpPr>
        <p:spPr>
          <a:xfrm>
            <a:off x="1264919" y="304800"/>
            <a:ext cx="6918961" cy="350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>
            <a:lvl1pPr>
              <a:defRPr sz="1800" b="1">
                <a:latin typeface="+mn-lt"/>
                <a:ea typeface="+mn-ea"/>
                <a:cs typeface="+mn-cs"/>
                <a:sym typeface="Arial"/>
              </a:defRPr>
            </a:lvl1pPr>
          </a:lstStyle>
          <a:p>
            <a:r>
              <a:t>                       </a:t>
            </a:r>
          </a:p>
        </p:txBody>
      </p:sp>
      <p:pic>
        <p:nvPicPr>
          <p:cNvPr id="4" name="image.png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0" y="38100"/>
            <a:ext cx="1104900" cy="1104900"/>
          </a:xfrm>
          <a:prstGeom prst="rect">
            <a:avLst/>
          </a:prstGeom>
          <a:ln w="12700">
            <a:miter lim="400000"/>
          </a:ln>
        </p:spPr>
      </p:pic>
      <p:sp>
        <p:nvSpPr>
          <p:cNvPr id="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308692" y="381000"/>
            <a:ext cx="301909" cy="288824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 algn="r">
              <a:defRPr>
                <a:latin typeface="+mn-lt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6" name="Title Text"/>
          <p:cNvSpPr txBox="1">
            <a:spLocks noGrp="1"/>
          </p:cNvSpPr>
          <p:nvPr>
            <p:ph type="title"/>
          </p:nvPr>
        </p:nvSpPr>
        <p:spPr>
          <a:xfrm>
            <a:off x="457200" y="92074"/>
            <a:ext cx="8229600" cy="15081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 anchor="ctr"/>
          <a:lstStyle/>
          <a:p>
            <a:r>
              <a:t>Title Text</a:t>
            </a:r>
          </a:p>
        </p:txBody>
      </p:sp>
      <p:sp>
        <p:nvSpPr>
          <p:cNvPr id="7" name="Body Level One…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</p:sldLayoutIdLst>
  <p:transition spd="med"/>
  <p:hf hdr="0" dt="0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45720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91440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137160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182880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Pct val="100000"/>
        <a:buFontTx/>
        <a:buChar char="»"/>
        <a:tabLst/>
        <a:defRPr sz="2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1pPr>
      <a:lvl2pPr marL="661307" marR="0" indent="-204107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Pct val="100000"/>
        <a:buFontTx/>
        <a:buChar char="–"/>
        <a:tabLst/>
        <a:defRPr sz="2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2pPr>
      <a:lvl3pPr marL="1200150" marR="0" indent="-28575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Pct val="100000"/>
        <a:buFontTx/>
        <a:buChar char="•"/>
        <a:tabLst/>
        <a:defRPr sz="2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3pPr>
      <a:lvl4pPr marL="1600200" marR="0" indent="-2286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Pct val="100000"/>
        <a:buFontTx/>
        <a:buChar char="–"/>
        <a:tabLst/>
        <a:defRPr sz="2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4pPr>
      <a:lvl5pPr marL="2082800" marR="0" indent="-2540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Pct val="100000"/>
        <a:buFontTx/>
        <a:buChar char="»"/>
        <a:tabLst/>
        <a:defRPr sz="2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5pPr>
      <a:lvl6pPr marL="2540000" marR="0" indent="-2540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Pct val="100000"/>
        <a:buFontTx/>
        <a:buChar char=""/>
        <a:tabLst/>
        <a:defRPr sz="2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6pPr>
      <a:lvl7pPr marL="2997200" marR="0" indent="-2540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Pct val="100000"/>
        <a:buFontTx/>
        <a:buChar char=""/>
        <a:tabLst/>
        <a:defRPr sz="2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7pPr>
      <a:lvl8pPr marL="3454400" marR="0" indent="-2540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Pct val="100000"/>
        <a:buFontTx/>
        <a:buChar char=""/>
        <a:tabLst/>
        <a:defRPr sz="2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8pPr>
      <a:lvl9pPr marL="3911600" marR="0" indent="-2540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Pct val="100000"/>
        <a:buFontTx/>
        <a:buChar char=""/>
        <a:tabLst/>
        <a:defRPr sz="2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9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Z-SPA"/>
          <p:cNvSpPr txBox="1">
            <a:spLocks noGrp="1"/>
          </p:cNvSpPr>
          <p:nvPr>
            <p:ph type="title"/>
          </p:nvPr>
        </p:nvSpPr>
        <p:spPr>
          <a:xfrm>
            <a:off x="762000" y="990600"/>
            <a:ext cx="7696200" cy="914400"/>
          </a:xfrm>
          <a:prstGeom prst="rect">
            <a:avLst/>
          </a:prstGeom>
        </p:spPr>
        <p:txBody>
          <a:bodyPr lIns="45719" tIns="45720" rIns="45719" bIns="45720" anchor="ctr">
            <a:normAutofit/>
          </a:bodyPr>
          <a:lstStyle/>
          <a:p>
            <a:pPr>
              <a:defRPr sz="40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sz="2400">
                <a:solidFill>
                  <a:schemeClr val="tx1"/>
                </a:solidFill>
                <a:ea typeface="+mn-lt"/>
                <a:cs typeface="Times New Roman"/>
              </a:rPr>
              <a:t>Simple Compiler for Arithmetic Operations using LLVM</a:t>
            </a:r>
            <a:endParaRPr lang="en-US" sz="2400">
              <a:solidFill>
                <a:schemeClr val="tx1"/>
              </a:solidFill>
            </a:endParaRPr>
          </a:p>
        </p:txBody>
      </p:sp>
      <p:sp>
        <p:nvSpPr>
          <p:cNvPr id="132" name="Rectangle"/>
          <p:cNvSpPr/>
          <p:nvPr/>
        </p:nvSpPr>
        <p:spPr>
          <a:xfrm>
            <a:off x="1295400" y="304800"/>
            <a:ext cx="6858000" cy="457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lIns="45719" rIns="45719" anchor="ctr"/>
          <a:lstStyle/>
          <a:p>
            <a:pPr>
              <a:defRPr sz="2800">
                <a:latin typeface="+mn-lt"/>
                <a:ea typeface="+mn-ea"/>
                <a:cs typeface="+mn-cs"/>
                <a:sym typeface="Arial"/>
              </a:defRPr>
            </a:pPr>
            <a:endParaRPr/>
          </a:p>
        </p:txBody>
      </p:sp>
      <p:grpSp>
        <p:nvGrpSpPr>
          <p:cNvPr id="135" name="Group"/>
          <p:cNvGrpSpPr/>
          <p:nvPr/>
        </p:nvGrpSpPr>
        <p:grpSpPr>
          <a:xfrm>
            <a:off x="457200" y="1981200"/>
            <a:ext cx="8249043" cy="3788887"/>
            <a:chOff x="0" y="0"/>
            <a:chExt cx="8249042" cy="3788886"/>
          </a:xfrm>
        </p:grpSpPr>
        <p:sp>
          <p:nvSpPr>
            <p:cNvPr id="133" name="Rectangle"/>
            <p:cNvSpPr/>
            <p:nvPr/>
          </p:nvSpPr>
          <p:spPr>
            <a:xfrm>
              <a:off x="0" y="0"/>
              <a:ext cx="8097814" cy="3788886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algn="ctr">
                <a:lnSpc>
                  <a:spcPct val="80000"/>
                </a:lnSpc>
                <a:spcBef>
                  <a:spcPts val="400"/>
                </a:spcBef>
                <a:defRPr sz="2000" b="1">
                  <a:latin typeface="+mn-lt"/>
                  <a:ea typeface="+mn-ea"/>
                  <a:cs typeface="+mn-cs"/>
                  <a:sym typeface="Arial"/>
                </a:defRPr>
              </a:pPr>
              <a:endParaRPr/>
            </a:p>
          </p:txBody>
        </p:sp>
        <p:sp>
          <p:nvSpPr>
            <p:cNvPr id="134" name="Team Members     Group No: 13…"/>
            <p:cNvSpPr txBox="1"/>
            <p:nvPr/>
          </p:nvSpPr>
          <p:spPr>
            <a:xfrm>
              <a:off x="240378" y="0"/>
              <a:ext cx="8008664" cy="354353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lnSpc>
                  <a:spcPct val="80000"/>
                </a:lnSpc>
                <a:spcBef>
                  <a:spcPts val="400"/>
                </a:spcBef>
                <a:defRPr sz="2000" b="1">
                  <a:latin typeface="+mn-lt"/>
                  <a:ea typeface="+mn-ea"/>
                  <a:cs typeface="+mn-cs"/>
                  <a:sym typeface="Arial"/>
                </a:defRPr>
              </a:pPr>
              <a:r>
                <a:t>Team</a:t>
              </a:r>
              <a:r>
                <a:rPr lang="en-IN"/>
                <a:t>_No</a:t>
              </a:r>
              <a:r>
                <a:rPr lang="en-US"/>
                <a:t>: 2</a:t>
              </a:r>
              <a:endParaRPr lang="en-US" b="0"/>
            </a:p>
            <a:p>
              <a:pPr>
                <a:lnSpc>
                  <a:spcPct val="80000"/>
                </a:lnSpc>
                <a:spcBef>
                  <a:spcPts val="400"/>
                </a:spcBef>
                <a:defRPr sz="2000"/>
              </a:pPr>
              <a:endParaRPr b="0"/>
            </a:p>
            <a:p>
              <a:pPr>
                <a:lnSpc>
                  <a:spcPct val="80000"/>
                </a:lnSpc>
                <a:spcBef>
                  <a:spcPts val="400"/>
                </a:spcBef>
                <a:defRPr sz="2000"/>
              </a:pPr>
              <a:endParaRPr b="0"/>
            </a:p>
            <a:p>
              <a:pPr>
                <a:lnSpc>
                  <a:spcPct val="80000"/>
                </a:lnSpc>
                <a:spcBef>
                  <a:spcPts val="400"/>
                </a:spcBef>
                <a:defRPr sz="2000"/>
              </a:pPr>
              <a:endParaRPr b="0"/>
            </a:p>
            <a:p>
              <a:pPr>
                <a:lnSpc>
                  <a:spcPct val="80000"/>
                </a:lnSpc>
                <a:spcBef>
                  <a:spcPts val="400"/>
                </a:spcBef>
                <a:defRPr sz="2000"/>
              </a:pPr>
              <a:endParaRPr b="0"/>
            </a:p>
            <a:p>
              <a:pPr>
                <a:lnSpc>
                  <a:spcPct val="80000"/>
                </a:lnSpc>
                <a:spcBef>
                  <a:spcPts val="400"/>
                </a:spcBef>
                <a:defRPr sz="2000"/>
              </a:pPr>
              <a:endParaRPr b="0"/>
            </a:p>
            <a:p>
              <a:pPr>
                <a:lnSpc>
                  <a:spcPct val="80000"/>
                </a:lnSpc>
                <a:spcBef>
                  <a:spcPts val="400"/>
                </a:spcBef>
                <a:defRPr sz="2000"/>
              </a:pPr>
              <a:endParaRPr b="0"/>
            </a:p>
            <a:p>
              <a:pPr>
                <a:lnSpc>
                  <a:spcPct val="80000"/>
                </a:lnSpc>
                <a:spcBef>
                  <a:spcPts val="400"/>
                </a:spcBef>
                <a:defRPr sz="2000"/>
              </a:pPr>
              <a:endParaRPr b="0"/>
            </a:p>
            <a:p>
              <a:pPr>
                <a:lnSpc>
                  <a:spcPct val="80000"/>
                </a:lnSpc>
                <a:spcBef>
                  <a:spcPts val="400"/>
                </a:spcBef>
                <a:defRPr sz="2000"/>
              </a:pPr>
              <a:endParaRPr b="0"/>
            </a:p>
            <a:p>
              <a:pPr>
                <a:lnSpc>
                  <a:spcPct val="80000"/>
                </a:lnSpc>
                <a:spcBef>
                  <a:spcPts val="400"/>
                </a:spcBef>
                <a:defRPr sz="2000" b="1">
                  <a:latin typeface="+mn-lt"/>
                  <a:ea typeface="+mn-ea"/>
                  <a:cs typeface="+mn-cs"/>
                  <a:sym typeface="Arial"/>
                </a:defRPr>
              </a:pPr>
              <a:r>
                <a:t>Project  Advisor:  </a:t>
              </a:r>
              <a:endParaRPr lang="en-US"/>
            </a:p>
            <a:p>
              <a:pPr>
                <a:lnSpc>
                  <a:spcPct val="80000"/>
                </a:lnSpc>
                <a:spcBef>
                  <a:spcPts val="400"/>
                </a:spcBef>
                <a:defRPr sz="2000" b="1">
                  <a:latin typeface="+mn-lt"/>
                  <a:ea typeface="+mn-ea"/>
                  <a:cs typeface="+mn-cs"/>
                  <a:sym typeface="Arial"/>
                </a:defRPr>
              </a:pPr>
              <a:r>
                <a:rPr lang="en-IN"/>
                <a:t>Ms. Neera Chaudhary</a:t>
              </a:r>
            </a:p>
            <a:p>
              <a:pPr>
                <a:lnSpc>
                  <a:spcPct val="80000"/>
                </a:lnSpc>
                <a:spcBef>
                  <a:spcPts val="400"/>
                </a:spcBef>
                <a:defRPr sz="2000" b="1">
                  <a:latin typeface="+mn-lt"/>
                  <a:ea typeface="+mn-ea"/>
                  <a:cs typeface="+mn-cs"/>
                  <a:sym typeface="Arial"/>
                </a:defRPr>
              </a:pPr>
              <a:r>
                <a:rPr lang="en-IN">
                  <a:latin typeface="+mn-lt"/>
                  <a:ea typeface="+mn-ea"/>
                  <a:cs typeface="+mn-cs"/>
                </a:rPr>
                <a:t>Asst. Prof. (OC), CSE Dept.</a:t>
              </a:r>
            </a:p>
            <a:p>
              <a:pPr>
                <a:lnSpc>
                  <a:spcPct val="80000"/>
                </a:lnSpc>
                <a:spcBef>
                  <a:spcPts val="400"/>
                </a:spcBef>
                <a:defRPr sz="2000" b="1">
                  <a:latin typeface="+mn-lt"/>
                  <a:ea typeface="+mn-ea"/>
                  <a:cs typeface="+mn-cs"/>
                  <a:sym typeface="Arial"/>
                </a:defRPr>
              </a:pPr>
              <a:r>
                <a:rPr lang="en-IN"/>
                <a:t>Ms. Kavitha C.R. </a:t>
              </a:r>
            </a:p>
            <a:p>
              <a:pPr>
                <a:lnSpc>
                  <a:spcPct val="80000"/>
                </a:lnSpc>
                <a:spcBef>
                  <a:spcPts val="400"/>
                </a:spcBef>
                <a:defRPr sz="2000" b="1">
                  <a:latin typeface="+mn-lt"/>
                  <a:ea typeface="+mn-ea"/>
                  <a:cs typeface="+mn-cs"/>
                  <a:sym typeface="Arial"/>
                </a:defRPr>
              </a:pPr>
              <a:r>
                <a:rPr lang="en-IN"/>
                <a:t>Asst. Prof.(</a:t>
              </a:r>
              <a:r>
                <a:rPr lang="en-IN" err="1"/>
                <a:t>Sr.Gr</a:t>
              </a:r>
              <a:r>
                <a:rPr lang="en-IN"/>
                <a:t>.)  CSE Dept.</a:t>
              </a:r>
            </a:p>
            <a:p>
              <a:pPr>
                <a:lnSpc>
                  <a:spcPct val="80000"/>
                </a:lnSpc>
                <a:spcBef>
                  <a:spcPts val="400"/>
                </a:spcBef>
                <a:defRPr sz="2000" b="1">
                  <a:latin typeface="+mn-lt"/>
                  <a:ea typeface="+mn-ea"/>
                  <a:cs typeface="+mn-cs"/>
                  <a:sym typeface="Arial"/>
                </a:defRPr>
              </a:pPr>
              <a:endParaRPr/>
            </a:p>
          </p:txBody>
        </p:sp>
      </p:grpSp>
      <p:graphicFrame>
        <p:nvGraphicFramePr>
          <p:cNvPr id="137" name="Table"/>
          <p:cNvGraphicFramePr/>
          <p:nvPr>
            <p:extLst>
              <p:ext uri="{D42A27DB-BD31-4B8C-83A1-F6EECF244321}">
                <p14:modId xmlns:p14="http://schemas.microsoft.com/office/powerpoint/2010/main" val="3994872236"/>
              </p:ext>
            </p:extLst>
          </p:nvPr>
        </p:nvGraphicFramePr>
        <p:xfrm>
          <a:off x="723901" y="2882106"/>
          <a:ext cx="7983369" cy="1512473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8293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040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525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975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0658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6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S.No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600" b="1" err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Reg.No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6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Name of the Student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6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Section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60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lang="en-US" sz="1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BL</a:t>
                      </a:r>
                      <a:r>
                        <a:rPr sz="1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.EN.U4CSE</a:t>
                      </a:r>
                      <a:r>
                        <a:rPr lang="en-IN" sz="1400">
                          <a:latin typeface="Times New Roman"/>
                          <a:ea typeface="Times New Roman"/>
                          <a:cs typeface="Times New Roman"/>
                        </a:rPr>
                        <a:t>23239</a:t>
                      </a:r>
                      <a:endParaRPr sz="1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latin typeface="Times New Roman"/>
                          <a:ea typeface="Times New Roman"/>
                          <a:cs typeface="Times New Roman"/>
                        </a:rPr>
                        <a:t> Nikhil Sanjay </a:t>
                      </a:r>
                      <a:endParaRPr sz="1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sz="1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CSE </a:t>
                      </a:r>
                      <a:r>
                        <a:rPr lang="en-US" sz="1400">
                          <a:latin typeface="Times New Roman"/>
                          <a:ea typeface="Times New Roman"/>
                          <a:cs typeface="Times New Roman"/>
                        </a:rPr>
                        <a:t> C</a:t>
                      </a:r>
                      <a:endParaRPr sz="1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60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lang="en-US" sz="1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horzOverflow="overflow">
                    <a:lnL w="12700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BL.EN.U4CSE</a:t>
                      </a:r>
                      <a:r>
                        <a:rPr lang="en-IN" sz="1400" b="0" i="0" u="none" strike="noStrike" noProof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23263</a:t>
                      </a:r>
                      <a:endParaRPr>
                        <a:sym typeface="Times New Roman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400" err="1">
                          <a:latin typeface="Times New Roman"/>
                          <a:ea typeface="Times New Roman"/>
                          <a:cs typeface="Times New Roman"/>
                        </a:rPr>
                        <a:t>Kandrakunta</a:t>
                      </a:r>
                      <a:r>
                        <a:rPr lang="en-US" sz="1400">
                          <a:latin typeface="Times New Roman"/>
                          <a:ea typeface="Times New Roman"/>
                          <a:cs typeface="Times New Roman"/>
                        </a:rPr>
                        <a:t> Amith</a:t>
                      </a:r>
                      <a:endParaRPr sz="1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CSE C</a:t>
                      </a:r>
                      <a:endParaRPr sz="1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421071"/>
                  </a:ext>
                </a:extLst>
              </a:tr>
              <a:tr h="36060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lang="en-US" sz="1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horzOverflow="overflow">
                    <a:lnL w="12700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BL.EN.U4CSE</a:t>
                      </a:r>
                      <a:r>
                        <a:rPr lang="en-IN" sz="1400" b="0" i="0" u="none" strike="noStrike" noProof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23269</a:t>
                      </a:r>
                      <a:endParaRPr>
                        <a:sym typeface="Times New Roman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latin typeface="Times New Roman"/>
                          <a:ea typeface="Times New Roman"/>
                          <a:cs typeface="Times New Roman"/>
                        </a:rPr>
                        <a:t> Andrew Tom Mathew</a:t>
                      </a:r>
                      <a:endParaRPr sz="1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CSE C</a:t>
                      </a:r>
                      <a:endParaRPr sz="1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9946137"/>
                  </a:ext>
                </a:extLst>
              </a:tr>
            </a:tbl>
          </a:graphicData>
        </a:graphic>
      </p:graphicFrame>
      <p:sp>
        <p:nvSpPr>
          <p:cNvPr id="2" name="Rectangle">
            <a:extLst>
              <a:ext uri="{FF2B5EF4-FFF2-40B4-BE49-F238E27FC236}">
                <a16:creationId xmlns:a16="http://schemas.microsoft.com/office/drawing/2014/main" id="{7840AD4D-AC66-9020-8CDF-AF322A6ECCC2}"/>
              </a:ext>
            </a:extLst>
          </p:cNvPr>
          <p:cNvSpPr/>
          <p:nvPr/>
        </p:nvSpPr>
        <p:spPr>
          <a:xfrm>
            <a:off x="1447800" y="457200"/>
            <a:ext cx="6858000" cy="457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lIns="45719" rIns="45719" anchor="ctr"/>
          <a:lstStyle/>
          <a:p>
            <a:pPr>
              <a:defRPr sz="2800">
                <a:latin typeface="+mn-lt"/>
                <a:ea typeface="+mn-ea"/>
                <a:cs typeface="+mn-cs"/>
                <a:sym typeface="Arial"/>
              </a:defRPr>
            </a:pPr>
            <a:r>
              <a:rPr lang="en-IN"/>
              <a:t>23CSE314 Compiler Design</a:t>
            </a:r>
            <a:endParaRPr/>
          </a:p>
        </p:txBody>
      </p:sp>
      <p:sp>
        <p:nvSpPr>
          <p:cNvPr id="10" name="Slide Number">
            <a:extLst>
              <a:ext uri="{FF2B5EF4-FFF2-40B4-BE49-F238E27FC236}">
                <a16:creationId xmlns:a16="http://schemas.microsoft.com/office/drawing/2014/main" id="{0B835FDA-DC81-4F5C-BEDE-40BF7A20AA2D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8407576" y="381000"/>
            <a:ext cx="203024" cy="288824"/>
          </a:xfrm>
          <a:prstGeom prst="rect">
            <a:avLst/>
          </a:prstGeom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/>
          <a:lstStyle/>
          <a:p>
            <a:fld id="{86CB4B4D-7CA3-9044-876B-883B54F8677D}" type="slidenum">
              <a:t>1</a:t>
            </a:fld>
            <a:endParaRPr/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07576" y="381000"/>
            <a:ext cx="203024" cy="288824"/>
          </a:xfrm>
          <a:prstGeom prst="rect">
            <a:avLst/>
          </a:prstGeom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/>
          <a:lstStyle/>
          <a:p>
            <a:fld id="{86CB4B4D-7CA3-9044-876B-883B54F8677D}" type="slidenum">
              <a:t>2</a:t>
            </a:fld>
            <a:endParaRPr/>
          </a:p>
        </p:txBody>
      </p:sp>
      <p:sp>
        <p:nvSpPr>
          <p:cNvPr id="141" name="Content"/>
          <p:cNvSpPr txBox="1">
            <a:spLocks noGrp="1"/>
          </p:cNvSpPr>
          <p:nvPr>
            <p:ph type="title"/>
          </p:nvPr>
        </p:nvSpPr>
        <p:spPr>
          <a:xfrm>
            <a:off x="609600" y="1533525"/>
            <a:ext cx="7772400" cy="6858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en-IN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Arial"/>
              </a:rPr>
              <a:t>Problem</a:t>
            </a:r>
            <a:r>
              <a:rPr lang="en-IN"/>
              <a:t> Definition</a:t>
            </a:r>
            <a:endParaRPr/>
          </a:p>
        </p:txBody>
      </p:sp>
      <p:sp>
        <p:nvSpPr>
          <p:cNvPr id="142" name="Rectangle"/>
          <p:cNvSpPr/>
          <p:nvPr/>
        </p:nvSpPr>
        <p:spPr>
          <a:xfrm>
            <a:off x="1295400" y="304800"/>
            <a:ext cx="6858000" cy="457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lIns="45719" rIns="45719" anchor="ctr"/>
          <a:lstStyle/>
          <a:p>
            <a:pPr>
              <a:defRPr sz="2800">
                <a:latin typeface="+mn-lt"/>
                <a:ea typeface="+mn-ea"/>
                <a:cs typeface="+mn-cs"/>
                <a:sym typeface="Arial"/>
              </a:defRPr>
            </a:pPr>
            <a:endParaRPr/>
          </a:p>
        </p:txBody>
      </p:sp>
      <p:sp>
        <p:nvSpPr>
          <p:cNvPr id="144" name="Introduction…"/>
          <p:cNvSpPr/>
          <p:nvPr/>
        </p:nvSpPr>
        <p:spPr>
          <a:xfrm>
            <a:off x="885583" y="2592969"/>
            <a:ext cx="7680961" cy="193899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extrusionOk="0">
                <a:moveTo>
                  <a:pt x="0" y="0"/>
                </a:moveTo>
                <a:lnTo>
                  <a:pt x="21600" y="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45719" tIns="45719" rIns="45719" bIns="45719" numCol="1" anchor="t"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IN" sz="2400">
                <a:solidFill>
                  <a:schemeClr val="tx1"/>
                </a:solidFill>
              </a:rPr>
              <a:t>To design and implement a simple compiler that supports variable assignment, arithmetic operations, and print statements, and translates them into LLVM IR for execution.</a:t>
            </a:r>
            <a:endParaRPr lang="en-US" sz="2400">
              <a:solidFill>
                <a:schemeClr val="tx1"/>
              </a:solidFill>
            </a:endParaRPr>
          </a:p>
          <a:p>
            <a:pPr marL="285750" indent="-285750">
              <a:buFont typeface="Arial"/>
              <a:buChar char="•"/>
            </a:pPr>
            <a:endParaRPr lang="en-IN" sz="240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07576" y="381000"/>
            <a:ext cx="203024" cy="288824"/>
          </a:xfrm>
          <a:prstGeom prst="rect">
            <a:avLst/>
          </a:prstGeom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3</a:t>
            </a:fld>
            <a:endParaRPr/>
          </a:p>
        </p:txBody>
      </p:sp>
      <p:sp>
        <p:nvSpPr>
          <p:cNvPr id="157" name="Motivation"/>
          <p:cNvSpPr txBox="1">
            <a:spLocks noGrp="1"/>
          </p:cNvSpPr>
          <p:nvPr>
            <p:ph type="title"/>
          </p:nvPr>
        </p:nvSpPr>
        <p:spPr>
          <a:xfrm>
            <a:off x="1143000" y="193299"/>
            <a:ext cx="6858000" cy="80803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en-IN" sz="3200"/>
              <a:t>Literature Survey</a:t>
            </a:r>
            <a:endParaRPr sz="320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64BF0CD-F2EA-2E42-2D22-974FB82B67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9831112"/>
              </p:ext>
            </p:extLst>
          </p:nvPr>
        </p:nvGraphicFramePr>
        <p:xfrm>
          <a:off x="709785" y="1713276"/>
          <a:ext cx="7899963" cy="4536686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610931">
                  <a:extLst>
                    <a:ext uri="{9D8B030D-6E8A-4147-A177-3AD203B41FA5}">
                      <a16:colId xmlns:a16="http://schemas.microsoft.com/office/drawing/2014/main" val="1085220690"/>
                    </a:ext>
                  </a:extLst>
                </a:gridCol>
                <a:gridCol w="1232397">
                  <a:extLst>
                    <a:ext uri="{9D8B030D-6E8A-4147-A177-3AD203B41FA5}">
                      <a16:colId xmlns:a16="http://schemas.microsoft.com/office/drawing/2014/main" val="3806973196"/>
                    </a:ext>
                  </a:extLst>
                </a:gridCol>
                <a:gridCol w="2148793">
                  <a:extLst>
                    <a:ext uri="{9D8B030D-6E8A-4147-A177-3AD203B41FA5}">
                      <a16:colId xmlns:a16="http://schemas.microsoft.com/office/drawing/2014/main" val="4159489001"/>
                    </a:ext>
                  </a:extLst>
                </a:gridCol>
                <a:gridCol w="2125578">
                  <a:extLst>
                    <a:ext uri="{9D8B030D-6E8A-4147-A177-3AD203B41FA5}">
                      <a16:colId xmlns:a16="http://schemas.microsoft.com/office/drawing/2014/main" val="3505009797"/>
                    </a:ext>
                  </a:extLst>
                </a:gridCol>
                <a:gridCol w="1782264">
                  <a:extLst>
                    <a:ext uri="{9D8B030D-6E8A-4147-A177-3AD203B41FA5}">
                      <a16:colId xmlns:a16="http://schemas.microsoft.com/office/drawing/2014/main" val="2025694700"/>
                    </a:ext>
                  </a:extLst>
                </a:gridCol>
              </a:tblGrid>
              <a:tr h="51067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err="1">
                          <a:latin typeface="Times New Roman"/>
                          <a:cs typeface="Times New Roman"/>
                        </a:rPr>
                        <a:t>S.No</a:t>
                      </a:r>
                      <a:endParaRPr lang="en-US" sz="1200">
                        <a:latin typeface="Times New Roman"/>
                        <a:cs typeface="Times New Roman"/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latin typeface="Times New Roman"/>
                          <a:cs typeface="Times New Roman"/>
                        </a:rPr>
                        <a:t>Author Name(s)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latin typeface="Times New Roman"/>
                          <a:cs typeface="Times New Roman"/>
                        </a:rPr>
                        <a:t>Full Title of the Paper with Year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latin typeface="Times New Roman"/>
                          <a:cs typeface="Times New Roman"/>
                        </a:rPr>
                        <a:t>Inference from the Paper (Methodology/Technology)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latin typeface="Times New Roman"/>
                          <a:cs typeface="Times New Roman"/>
                        </a:rPr>
                        <a:t>Open Problem (for your proposed work)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29814160"/>
                  </a:ext>
                </a:extLst>
              </a:tr>
              <a:tr h="109992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latin typeface="Times New Roman"/>
                          <a:cs typeface="Times New Roman"/>
                        </a:rPr>
                        <a:t>1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latin typeface="Times New Roman"/>
                          <a:cs typeface="Times New Roman"/>
                        </a:rPr>
                        <a:t>Zhao et al.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latin typeface="Times New Roman"/>
                          <a:cs typeface="Times New Roman"/>
                        </a:rPr>
                        <a:t>Formalizing the LLVM Intermediate Representation for Verified Program Transformations (2012)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latin typeface="Times New Roman"/>
                          <a:cs typeface="Times New Roman"/>
                        </a:rPr>
                        <a:t>Introduces formal semantics for LLVM IR, enabling correctness verification of compiler transformations and improving reliability of optimization passes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latin typeface="Times New Roman"/>
                          <a:cs typeface="Times New Roman"/>
                        </a:rPr>
                        <a:t>Need for lightweight and scalable formal verification techniques suitable for small-level compilers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57127529"/>
                  </a:ext>
                </a:extLst>
              </a:tr>
              <a:tr h="109992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latin typeface="Times New Roman"/>
                          <a:cs typeface="Times New Roman"/>
                        </a:rPr>
                        <a:t>2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latin typeface="Times New Roman"/>
                          <a:cs typeface="Times New Roman"/>
                        </a:rPr>
                        <a:t>Liu et al.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latin typeface="Times New Roman"/>
                          <a:cs typeface="Times New Roman"/>
                        </a:rPr>
                        <a:t>Efficient Compiler Optimization by Modeling Passes Dependence (2024)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latin typeface="Times New Roman"/>
                          <a:cs typeface="Times New Roman"/>
                        </a:rPr>
                        <a:t>Proposes modeling dependencies between optimization passes to improve efficiency and effectiveness of compiler optimizations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latin typeface="Times New Roman"/>
                          <a:cs typeface="Times New Roman"/>
                        </a:rPr>
                        <a:t>Lack of automated pass selection strategies for domain-specific or simplified programming languages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48516288"/>
                  </a:ext>
                </a:extLst>
              </a:tr>
              <a:tr h="109992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latin typeface="Times New Roman"/>
                          <a:cs typeface="Times New Roman"/>
                        </a:rPr>
                        <a:t>3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200" b="0" i="0" u="none" strike="noStrike" noProof="0">
                          <a:latin typeface="Times New Roman"/>
                          <a:cs typeface="Times New Roman"/>
                        </a:rPr>
                        <a:t>A. </a:t>
                      </a:r>
                      <a:r>
                        <a:rPr lang="en-US" sz="1200" b="0" i="0" u="none" strike="noStrike" noProof="0" err="1">
                          <a:latin typeface="Times New Roman"/>
                          <a:cs typeface="Times New Roman"/>
                        </a:rPr>
                        <a:t>Nötzli</a:t>
                      </a:r>
                      <a:r>
                        <a:rPr lang="en-US" sz="1200" b="0" i="0" u="none" strike="noStrike" noProof="0">
                          <a:latin typeface="Times New Roman"/>
                          <a:cs typeface="Times New Roman"/>
                        </a:rPr>
                        <a:t> and F. Brown</a:t>
                      </a:r>
                      <a:endParaRPr lang="en-US">
                        <a:latin typeface="Times New Roman"/>
                        <a:cs typeface="Times New Roman"/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 dirty="0" err="1">
                          <a:latin typeface="Times New Roman"/>
                          <a:cs typeface="Times New Roman"/>
                        </a:rPr>
                        <a:t>LifeJacket</a:t>
                      </a:r>
                      <a:r>
                        <a:rPr lang="en-US" sz="1200" b="0" i="0" u="none" strike="noStrike" noProof="0" dirty="0">
                          <a:latin typeface="Times New Roman"/>
                          <a:cs typeface="Times New Roman"/>
                        </a:rPr>
                        <a:t>: verifying precise floating-point optimizations in LLVM(2016)</a:t>
                      </a:r>
                      <a:endParaRPr lang="en-US" b="0" i="0" u="none" strike="noStrike" noProof="0" dirty="0">
                        <a:latin typeface="Times New Roman"/>
                        <a:cs typeface="Times New Roman"/>
                      </a:endParaRPr>
                    </a:p>
                    <a:p>
                      <a:pPr lvl="0" algn="l">
                        <a:buNone/>
                      </a:pPr>
                      <a:endParaRPr lang="en-US" sz="1200" dirty="0">
                        <a:latin typeface="Times New Roman"/>
                        <a:cs typeface="Times New Roman"/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400" b="0" i="0" u="none" strike="noStrike" noProof="0">
                          <a:latin typeface="Times New Roman"/>
                          <a:cs typeface="Times New Roman"/>
                        </a:rPr>
                        <a:t>P</a:t>
                      </a:r>
                      <a:r>
                        <a:rPr lang="en-US" sz="1200" b="0" i="0" u="none" strike="noStrike" noProof="0">
                          <a:latin typeface="Times New Roman"/>
                          <a:cs typeface="Times New Roman"/>
                        </a:rPr>
                        <a:t>roposes using SMT solvers to automate verification of precise floating-point peephole optimizations in LLVM. </a:t>
                      </a:r>
                      <a:endParaRPr lang="en-US" sz="1200">
                        <a:solidFill>
                          <a:schemeClr val="bg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200" b="0" i="0" u="none" strike="noStrike" baseline="0" noProof="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Supports only a subset of IEEE-754 features: it omits vector types and 80/128-bit floats, assumes a fixed (round-to-nearest-even) rounding mode, and does not model exceptions or imprecise  transforms</a:t>
                      </a:r>
                      <a:endParaRPr lang="en-US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6844206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A2DA3AB-F3DE-439E-329A-0AD29D0873FB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/>
              <a:t>4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DF78F32-1F9C-A67B-B47A-9E2359ACE6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45719" tIns="45720" rIns="45719" bIns="45720" anchor="ctr"/>
          <a:lstStyle/>
          <a:p>
            <a:r>
              <a:rPr lang="en-IN" sz="3200">
                <a:latin typeface="Times New Roman"/>
                <a:cs typeface="Times New Roman"/>
              </a:rPr>
              <a:t>Literature Survey</a:t>
            </a:r>
            <a:endParaRPr lang="en-US" sz="3200">
              <a:latin typeface="Times New Roman"/>
              <a:cs typeface="Times New Roman"/>
            </a:endParaRPr>
          </a:p>
          <a:p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C5D2088-B600-4D88-B779-A70D606BB5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4148159"/>
              </p:ext>
            </p:extLst>
          </p:nvPr>
        </p:nvGraphicFramePr>
        <p:xfrm>
          <a:off x="579844" y="1453836"/>
          <a:ext cx="8112582" cy="4632960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877288">
                  <a:extLst>
                    <a:ext uri="{9D8B030D-6E8A-4147-A177-3AD203B41FA5}">
                      <a16:colId xmlns:a16="http://schemas.microsoft.com/office/drawing/2014/main" val="129824195"/>
                    </a:ext>
                  </a:extLst>
                </a:gridCol>
                <a:gridCol w="1377253">
                  <a:extLst>
                    <a:ext uri="{9D8B030D-6E8A-4147-A177-3AD203B41FA5}">
                      <a16:colId xmlns:a16="http://schemas.microsoft.com/office/drawing/2014/main" val="3032105849"/>
                    </a:ext>
                  </a:extLst>
                </a:gridCol>
                <a:gridCol w="1914949">
                  <a:extLst>
                    <a:ext uri="{9D8B030D-6E8A-4147-A177-3AD203B41FA5}">
                      <a16:colId xmlns:a16="http://schemas.microsoft.com/office/drawing/2014/main" val="1556293867"/>
                    </a:ext>
                  </a:extLst>
                </a:gridCol>
                <a:gridCol w="1886649">
                  <a:extLst>
                    <a:ext uri="{9D8B030D-6E8A-4147-A177-3AD203B41FA5}">
                      <a16:colId xmlns:a16="http://schemas.microsoft.com/office/drawing/2014/main" val="3751577239"/>
                    </a:ext>
                  </a:extLst>
                </a:gridCol>
                <a:gridCol w="2056443">
                  <a:extLst>
                    <a:ext uri="{9D8B030D-6E8A-4147-A177-3AD203B41FA5}">
                      <a16:colId xmlns:a16="http://schemas.microsoft.com/office/drawing/2014/main" val="4253709124"/>
                    </a:ext>
                  </a:extLst>
                </a:gridCol>
              </a:tblGrid>
              <a:tr h="91889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err="1">
                          <a:latin typeface="Times New Roman"/>
                          <a:cs typeface="Times New Roman"/>
                        </a:rPr>
                        <a:t>S.No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latin typeface="Times New Roman"/>
                          <a:cs typeface="Times New Roman"/>
                        </a:rPr>
                        <a:t>Author Name(s)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latin typeface="Times New Roman"/>
                          <a:cs typeface="Times New Roman"/>
                        </a:rPr>
                        <a:t>Full Title of the Paper with Year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latin typeface="Times New Roman"/>
                          <a:cs typeface="Times New Roman"/>
                        </a:rPr>
                        <a:t>Inference from the Paper (Methodology/Technology)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latin typeface="Times New Roman"/>
                          <a:cs typeface="Times New Roman"/>
                        </a:rPr>
                        <a:t>Open Problem (for your proposed work)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50338932"/>
                  </a:ext>
                </a:extLst>
              </a:tr>
              <a:tr h="133187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latin typeface="Times New Roman"/>
                          <a:cs typeface="Times New Roman"/>
                        </a:rPr>
                        <a:t>4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latin typeface="Times New Roman"/>
                          <a:cs typeface="Times New Roman"/>
                        </a:rPr>
                        <a:t>Hashimoto &amp; </a:t>
                      </a:r>
                      <a:r>
                        <a:rPr lang="en-US" err="1">
                          <a:latin typeface="Times New Roman"/>
                          <a:cs typeface="Times New Roman"/>
                        </a:rPr>
                        <a:t>Ishiura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latin typeface="Times New Roman"/>
                          <a:cs typeface="Times New Roman"/>
                        </a:rPr>
                        <a:t>Detecting Arithmetic Optimization Opportunities for C Compilers by Randomly Generated Equivalent Programs (2016)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latin typeface="Times New Roman"/>
                          <a:cs typeface="Times New Roman"/>
                        </a:rPr>
                        <a:t>Uses random program generation to identify optimization opportunities in arithmetic expressions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latin typeface="Times New Roman"/>
                          <a:cs typeface="Times New Roman"/>
                        </a:rPr>
                        <a:t>No direct mechanism to incorporate such optimization detection into beginner-level compiler systems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6021629"/>
                  </a:ext>
                </a:extLst>
              </a:tr>
              <a:tr h="112538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latin typeface="Times New Roman"/>
                          <a:cs typeface="Times New Roman"/>
                        </a:rPr>
                        <a:t>5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err="1">
                          <a:latin typeface="Times New Roman"/>
                          <a:cs typeface="Times New Roman"/>
                        </a:rPr>
                        <a:t>Ziyodov</a:t>
                      </a:r>
                      <a:endParaRPr 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latin typeface="Times New Roman"/>
                          <a:cs typeface="Times New Roman"/>
                        </a:rPr>
                        <a:t>Arithmetic Expression Compiler using Python and LLVM (2025)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latin typeface="Times New Roman"/>
                          <a:cs typeface="Times New Roman"/>
                        </a:rPr>
                        <a:t>Demonstrates LLVM-based backend for compiling arithmetic expressions with a simple pipeline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latin typeface="Times New Roman"/>
                          <a:cs typeface="Times New Roman"/>
                        </a:rPr>
                        <a:t>Limited support for full programming constructs like control flow, variables scope, and error handling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33911418"/>
                  </a:ext>
                </a:extLst>
              </a:tr>
              <a:tr h="91889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latin typeface="Times New Roman"/>
                          <a:cs typeface="Times New Roman"/>
                        </a:rPr>
                        <a:t>6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latin typeface="Times New Roman"/>
                          <a:cs typeface="Times New Roman"/>
                        </a:rPr>
                        <a:t>Lopes &amp; Regehr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latin typeface="Times New Roman"/>
                          <a:cs typeface="Times New Roman"/>
                        </a:rPr>
                        <a:t>Alive2: Bounded Translation Validation for LLVM (2021)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latin typeface="Times New Roman"/>
                          <a:cs typeface="Times New Roman"/>
                        </a:rPr>
                        <a:t>Provides translation validation tool to verify correctness of LLVM optimizations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latin typeface="Times New Roman"/>
                          <a:cs typeface="Times New Roman"/>
                        </a:rPr>
                        <a:t>High complexity makes it difficult to integrate into lightweight or student-level compilers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727904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23460547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1AD67C-10AD-7077-B99B-C9698A22E563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/>
              <a:t>5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5F875CF-4600-43FA-495C-BEB8F96B1A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45719" tIns="45720" rIns="45719" bIns="45720" anchor="ctr"/>
          <a:lstStyle/>
          <a:p>
            <a:r>
              <a:rPr lang="en-IN" sz="3200">
                <a:latin typeface="Times New Roman"/>
                <a:cs typeface="Times New Roman"/>
              </a:rPr>
              <a:t>Literature Survey</a:t>
            </a:r>
            <a:endParaRPr lang="en-US" sz="3200">
              <a:latin typeface="Times New Roman"/>
              <a:cs typeface="Times New Roman"/>
            </a:endParaRPr>
          </a:p>
          <a:p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3C01AEE-647C-8D32-0311-22A2CA160C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8936487"/>
              </p:ext>
            </p:extLst>
          </p:nvPr>
        </p:nvGraphicFramePr>
        <p:xfrm>
          <a:off x="660835" y="1441809"/>
          <a:ext cx="7825546" cy="457197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31356">
                  <a:extLst>
                    <a:ext uri="{9D8B030D-6E8A-4147-A177-3AD203B41FA5}">
                      <a16:colId xmlns:a16="http://schemas.microsoft.com/office/drawing/2014/main" val="66815439"/>
                    </a:ext>
                  </a:extLst>
                </a:gridCol>
                <a:gridCol w="1307802">
                  <a:extLst>
                    <a:ext uri="{9D8B030D-6E8A-4147-A177-3AD203B41FA5}">
                      <a16:colId xmlns:a16="http://schemas.microsoft.com/office/drawing/2014/main" val="2062415647"/>
                    </a:ext>
                  </a:extLst>
                </a:gridCol>
                <a:gridCol w="1967023">
                  <a:extLst>
                    <a:ext uri="{9D8B030D-6E8A-4147-A177-3AD203B41FA5}">
                      <a16:colId xmlns:a16="http://schemas.microsoft.com/office/drawing/2014/main" val="3436276864"/>
                    </a:ext>
                  </a:extLst>
                </a:gridCol>
                <a:gridCol w="1679944">
                  <a:extLst>
                    <a:ext uri="{9D8B030D-6E8A-4147-A177-3AD203B41FA5}">
                      <a16:colId xmlns:a16="http://schemas.microsoft.com/office/drawing/2014/main" val="2101681722"/>
                    </a:ext>
                  </a:extLst>
                </a:gridCol>
                <a:gridCol w="1839421">
                  <a:extLst>
                    <a:ext uri="{9D8B030D-6E8A-4147-A177-3AD203B41FA5}">
                      <a16:colId xmlns:a16="http://schemas.microsoft.com/office/drawing/2014/main" val="264070920"/>
                    </a:ext>
                  </a:extLst>
                </a:gridCol>
              </a:tblGrid>
              <a:tr h="1046945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00"/>
                        </a:lnSpc>
                        <a:buNone/>
                      </a:pPr>
                      <a:r>
                        <a:rPr lang="en-US" sz="130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7</a:t>
                      </a:r>
                      <a:endParaRPr lang="en-US" sz="130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81915" marR="81915" marT="40958" marB="40958" anchor="ctr"/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00"/>
                        </a:lnSpc>
                        <a:buNone/>
                      </a:pPr>
                      <a:r>
                        <a:rPr lang="en-US" sz="1300" u="none" strike="noStrike" err="1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Lammich</a:t>
                      </a:r>
                      <a:endParaRPr lang="en-US" sz="130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81915" marR="81915" marT="40958" marB="40958" anchor="ctr"/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00"/>
                        </a:lnSpc>
                        <a:buNone/>
                      </a:pPr>
                      <a:r>
                        <a:rPr lang="en-US" sz="130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Refinement of Parallel Algorithms Down to LLVM (2024)</a:t>
                      </a:r>
                      <a:endParaRPr lang="en-US" sz="130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81915" marR="81915" marT="40958" marB="40958" anchor="ctr"/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00"/>
                        </a:lnSpc>
                        <a:buNone/>
                      </a:pPr>
                      <a:r>
                        <a:rPr lang="en-US" sz="130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Shows transformation of high-level parallel algorithms into efficient LLVM IR</a:t>
                      </a:r>
                      <a:endParaRPr lang="en-US" sz="130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81915" marR="81915" marT="40958" marB="40958" anchor="ctr"/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00"/>
                        </a:lnSpc>
                        <a:buNone/>
                      </a:pPr>
                      <a:r>
                        <a:rPr lang="en-US" sz="130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Focus is on parallel algorithms; lacks applicability for simple sequential compiler design</a:t>
                      </a:r>
                      <a:endParaRPr lang="en-US" sz="130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81915" marR="81915" marT="40958" marB="40958" anchor="ctr"/>
                </a:tc>
                <a:extLst>
                  <a:ext uri="{0D108BD9-81ED-4DB2-BD59-A6C34878D82A}">
                    <a16:rowId xmlns:a16="http://schemas.microsoft.com/office/drawing/2014/main" val="833760406"/>
                  </a:ext>
                </a:extLst>
              </a:tr>
              <a:tr h="1239043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00"/>
                        </a:lnSpc>
                        <a:buNone/>
                      </a:pPr>
                      <a:r>
                        <a:rPr lang="en-US" sz="130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8</a:t>
                      </a:r>
                      <a:endParaRPr lang="en-US" sz="130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81915" marR="81915" marT="40958" marB="40958" anchor="ctr"/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00"/>
                        </a:lnSpc>
                        <a:buNone/>
                      </a:pPr>
                      <a:r>
                        <a:rPr lang="en-US" sz="130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Zou</a:t>
                      </a:r>
                      <a:endParaRPr lang="en-US" sz="130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81915" marR="81915" marT="40958" marB="40958" anchor="ctr"/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00"/>
                        </a:lnSpc>
                        <a:buNone/>
                      </a:pPr>
                      <a:r>
                        <a:rPr lang="en-US" sz="130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A Code Generator for Energy-Efficient Wavefront Parallelization (2018)</a:t>
                      </a:r>
                      <a:endParaRPr lang="en-US" sz="130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81915" marR="81915" marT="40958" marB="40958" anchor="ctr"/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00"/>
                        </a:lnSpc>
                        <a:buNone/>
                      </a:pPr>
                      <a:r>
                        <a:rPr lang="en-US" sz="130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Proposes LLVM-based code generation for energy-efficient parallel computations</a:t>
                      </a:r>
                      <a:endParaRPr lang="en-US" sz="130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81915" marR="81915" marT="40958" marB="40958" anchor="ctr"/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00"/>
                        </a:lnSpc>
                        <a:buNone/>
                      </a:pPr>
                      <a:r>
                        <a:rPr lang="en-US" sz="130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Not suitable for basic arithmetic compilers or educational compiler frameworks</a:t>
                      </a:r>
                      <a:endParaRPr lang="en-US" sz="130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81915" marR="81915" marT="40958" marB="40958" anchor="ctr"/>
                </a:tc>
                <a:extLst>
                  <a:ext uri="{0D108BD9-81ED-4DB2-BD59-A6C34878D82A}">
                    <a16:rowId xmlns:a16="http://schemas.microsoft.com/office/drawing/2014/main" val="2238856620"/>
                  </a:ext>
                </a:extLst>
              </a:tr>
              <a:tr h="1046945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00"/>
                        </a:lnSpc>
                        <a:buNone/>
                      </a:pPr>
                      <a:r>
                        <a:rPr lang="en-US" sz="130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9</a:t>
                      </a:r>
                      <a:endParaRPr lang="en-US" sz="130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81915" marR="81915" marT="40958" marB="40958" anchor="ctr"/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00"/>
                        </a:lnSpc>
                        <a:buNone/>
                      </a:pPr>
                      <a:r>
                        <a:rPr lang="en-US" sz="130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Kang et al.</a:t>
                      </a:r>
                      <a:endParaRPr lang="en-US" sz="130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81915" marR="81915" marT="40958" marB="40958" anchor="ctr"/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00"/>
                        </a:lnSpc>
                        <a:buNone/>
                      </a:pPr>
                      <a:r>
                        <a:rPr lang="en-US" sz="1300" u="none" strike="noStrike" err="1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Crellvm</a:t>
                      </a:r>
                      <a:r>
                        <a:rPr lang="en-US" sz="130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: Verified Credible Compilation for LLVM (2018)</a:t>
                      </a:r>
                      <a:endParaRPr lang="en-US" sz="130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81915" marR="81915" marT="40958" marB="40958" anchor="ctr"/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00"/>
                        </a:lnSpc>
                        <a:buNone/>
                      </a:pPr>
                      <a:r>
                        <a:rPr lang="en-US" sz="130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Introduces verified compilation ensuring correctness between source and target code</a:t>
                      </a:r>
                      <a:endParaRPr lang="en-US" sz="130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81915" marR="81915" marT="40958" marB="40958" anchor="ctr"/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00"/>
                        </a:lnSpc>
                        <a:buNone/>
                      </a:pPr>
                      <a:r>
                        <a:rPr lang="en-US" sz="130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High overhead and complexity unsuitable for small compiler implementations</a:t>
                      </a:r>
                      <a:endParaRPr lang="en-US" sz="130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81915" marR="81915" marT="40958" marB="40958" anchor="ctr"/>
                </a:tc>
                <a:extLst>
                  <a:ext uri="{0D108BD9-81ED-4DB2-BD59-A6C34878D82A}">
                    <a16:rowId xmlns:a16="http://schemas.microsoft.com/office/drawing/2014/main" val="355505310"/>
                  </a:ext>
                </a:extLst>
              </a:tr>
              <a:tr h="1239043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00"/>
                        </a:lnSpc>
                        <a:buNone/>
                      </a:pPr>
                      <a:r>
                        <a:rPr lang="en-US" sz="130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10</a:t>
                      </a:r>
                      <a:endParaRPr lang="en-US" sz="130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81915" marR="81915" marT="40958" marB="40958" anchor="ctr"/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00"/>
                        </a:lnSpc>
                        <a:buNone/>
                      </a:pPr>
                      <a:r>
                        <a:rPr lang="en-US" sz="130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Huang et al.</a:t>
                      </a:r>
                      <a:endParaRPr lang="en-US" sz="130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81915" marR="81915" marT="40958" marB="40958" anchor="ctr"/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00"/>
                        </a:lnSpc>
                        <a:buNone/>
                      </a:pPr>
                      <a:r>
                        <a:rPr lang="en-US" sz="130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Embedding Recursive Fork-Join Parallelism into LLVM’s IR (2019)</a:t>
                      </a:r>
                      <a:endParaRPr lang="en-US" sz="130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81915" marR="81915" marT="40958" marB="40958" anchor="ctr"/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00"/>
                        </a:lnSpc>
                        <a:buNone/>
                      </a:pPr>
                      <a:r>
                        <a:rPr lang="en-US" sz="130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Extends LLVM IR to support parallel constructs like fork-join models</a:t>
                      </a:r>
                      <a:endParaRPr lang="en-US" sz="130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81915" marR="81915" marT="40958" marB="40958" anchor="ctr"/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00"/>
                        </a:lnSpc>
                        <a:buNone/>
                      </a:pPr>
                      <a:r>
                        <a:rPr lang="en-US" sz="130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Does not address simple sequential language compilation or beginner-friendly compiler design</a:t>
                      </a:r>
                      <a:endParaRPr lang="en-US" sz="130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81915" marR="81915" marT="40958" marB="40958" anchor="ctr"/>
                </a:tc>
                <a:extLst>
                  <a:ext uri="{0D108BD9-81ED-4DB2-BD59-A6C34878D82A}">
                    <a16:rowId xmlns:a16="http://schemas.microsoft.com/office/drawing/2014/main" val="8524660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64729566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3589" y="104320"/>
            <a:ext cx="7315200" cy="887641"/>
          </a:xfrm>
        </p:spPr>
        <p:txBody>
          <a:bodyPr/>
          <a:lstStyle/>
          <a:p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Software/Tools Requirements</a:t>
            </a:r>
            <a:endParaRPr lang="en-IN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14508" y="1976137"/>
            <a:ext cx="7968343" cy="34778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b="1">
                <a:solidFill>
                  <a:schemeClr val="tx1"/>
                </a:solidFill>
              </a:rPr>
              <a:t>Front End S/W:</a:t>
            </a:r>
            <a:r>
              <a:rPr lang="en-US" sz="2000">
                <a:solidFill>
                  <a:schemeClr val="tx1"/>
                </a:solidFill>
              </a:rPr>
              <a:t> Flex (lexical analyzer), Bison (parser), C language implementation</a:t>
            </a:r>
          </a:p>
          <a:p>
            <a:endParaRPr lang="en-US" sz="2000">
              <a:solidFill>
                <a:schemeClr val="tx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>
                <a:solidFill>
                  <a:schemeClr val="tx1"/>
                </a:solidFill>
              </a:rPr>
              <a:t>Back End S/W:</a:t>
            </a:r>
            <a:r>
              <a:rPr lang="en-US" sz="2000">
                <a:solidFill>
                  <a:schemeClr val="tx1"/>
                </a:solidFill>
              </a:rPr>
              <a:t> LLVM (IR generation), </a:t>
            </a:r>
            <a:r>
              <a:rPr lang="en-US" sz="2000" err="1">
                <a:solidFill>
                  <a:schemeClr val="tx1"/>
                </a:solidFill>
              </a:rPr>
              <a:t>llc</a:t>
            </a:r>
            <a:r>
              <a:rPr lang="en-US" sz="2000">
                <a:solidFill>
                  <a:schemeClr val="tx1"/>
                </a:solidFill>
              </a:rPr>
              <a:t>, clang, shell scripting for build/run</a:t>
            </a:r>
          </a:p>
          <a:p>
            <a:endParaRPr lang="en-US" sz="2000">
              <a:solidFill>
                <a:schemeClr val="tx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>
                <a:solidFill>
                  <a:schemeClr val="tx1"/>
                </a:solidFill>
              </a:rPr>
              <a:t>H/W Requirements:</a:t>
            </a:r>
            <a:r>
              <a:rPr lang="en-US" sz="2000">
                <a:solidFill>
                  <a:schemeClr val="tx1"/>
                </a:solidFill>
              </a:rPr>
              <a:t> Intel i3 / AMD equivalent, minimum 4 GB RAM, minimum 10 GB free storage</a:t>
            </a:r>
          </a:p>
          <a:p>
            <a:endParaRPr lang="en-US" sz="2000">
              <a:solidFill>
                <a:schemeClr val="tx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>
                <a:solidFill>
                  <a:schemeClr val="tx1"/>
                </a:solidFill>
              </a:rPr>
              <a:t>OS:</a:t>
            </a:r>
            <a:r>
              <a:rPr lang="en-US" sz="2000">
                <a:solidFill>
                  <a:schemeClr val="tx1"/>
                </a:solidFill>
              </a:rPr>
              <a:t> Ubuntu / Windows 11</a:t>
            </a:r>
          </a:p>
          <a:p>
            <a:pPr marL="285750" marR="0" indent="-28575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US" sz="2000">
              <a:solidFill>
                <a:schemeClr val="tx1"/>
              </a:solidFill>
            </a:endParaRPr>
          </a:p>
        </p:txBody>
      </p:sp>
      <p:sp>
        <p:nvSpPr>
          <p:cNvPr id="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18883" y="381000"/>
            <a:ext cx="191717" cy="307777"/>
          </a:xfrm>
          <a:prstGeom prst="rect">
            <a:avLst/>
          </a:prstGeom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45719" tIns="45720" rIns="45719" bIns="45720" anchor="t">
            <a:spAutoFit/>
          </a:bodyPr>
          <a:lstStyle/>
          <a:p>
            <a:r>
              <a:rPr lang="en-US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416529429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18883" y="381000"/>
            <a:ext cx="191717" cy="307777"/>
          </a:xfrm>
          <a:prstGeom prst="rect">
            <a:avLst/>
          </a:prstGeom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45719" tIns="45720" rIns="45719" bIns="45720" anchor="t">
            <a:spAutoFit/>
          </a:bodyPr>
          <a:lstStyle/>
          <a:p>
            <a:r>
              <a:rPr lang="en-US"/>
              <a:t>7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5FFD176-CDD6-F84E-9B1C-FFD814000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/ Design</a:t>
            </a:r>
          </a:p>
        </p:txBody>
      </p:sp>
      <p:pic>
        <p:nvPicPr>
          <p:cNvPr id="2" name="Picture 1" descr="A diagram of a software program&#10;&#10;AI-generated content may be incorrect.">
            <a:extLst>
              <a:ext uri="{FF2B5EF4-FFF2-40B4-BE49-F238E27FC236}">
                <a16:creationId xmlns:a16="http://schemas.microsoft.com/office/drawing/2014/main" id="{B91A8696-4C59-560C-BC56-581377D1F16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24" t="4372" r="-424" b="6102"/>
          <a:stretch>
            <a:fillRect/>
          </a:stretch>
        </p:blipFill>
        <p:spPr>
          <a:xfrm>
            <a:off x="2729140" y="1199293"/>
            <a:ext cx="3684630" cy="4950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8418832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969538" y="243208"/>
            <a:ext cx="7315200" cy="887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tIns="45720" rIns="45719" bIns="45720" anchor="ctr"/>
          <a:lstStyle>
            <a:lvl1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1pPr>
            <a:lvl2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2pPr>
            <a:lvl3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3pPr>
            <a:lvl4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4pPr>
            <a:lvl5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5pPr>
            <a:lvl6pPr marL="0" marR="0" indent="45720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6pPr>
            <a:lvl7pPr marL="0" marR="0" indent="91440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7pPr>
            <a:lvl8pPr marL="0" marR="0" indent="137160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8pPr>
            <a:lvl9pPr marL="0" marR="0" indent="182880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hangingPunct="1"/>
            <a:r>
              <a:rPr lang="en-IN" sz="3200">
                <a:latin typeface="Times New Roman"/>
                <a:cs typeface="Times New Roman"/>
              </a:rPr>
              <a:t>Data Set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4281" y="1626732"/>
            <a:ext cx="7968343" cy="523220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IN" sz="2000" b="1">
                <a:solidFill>
                  <a:schemeClr val="tx1"/>
                </a:solidFill>
              </a:rPr>
              <a:t>Source of dataset:</a:t>
            </a:r>
            <a:r>
              <a:rPr lang="en-IN" sz="2000">
                <a:solidFill>
                  <a:schemeClr val="tx1"/>
                </a:solidFill>
              </a:rPr>
              <a:t> Self-created input programs (no external dataset required)</a:t>
            </a:r>
            <a:endParaRPr lang="en-US" sz="2000">
              <a:solidFill>
                <a:schemeClr val="tx1"/>
              </a:solidFill>
            </a:endParaRPr>
          </a:p>
          <a:p>
            <a:endParaRPr lang="en-IN" sz="2000">
              <a:solidFill>
                <a:schemeClr val="tx1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IN" sz="2000" b="1">
                <a:solidFill>
                  <a:schemeClr val="tx1"/>
                </a:solidFill>
              </a:rPr>
              <a:t>Sample dataset:</a:t>
            </a:r>
          </a:p>
          <a:p>
            <a:endParaRPr lang="en-IN" sz="2000" b="1">
              <a:solidFill>
                <a:schemeClr val="tx1"/>
              </a:solidFill>
            </a:endParaRPr>
          </a:p>
          <a:p>
            <a:r>
              <a:rPr lang="en-IN" sz="2000">
                <a:solidFill>
                  <a:schemeClr val="tx1"/>
                </a:solidFill>
              </a:rPr>
              <a:t> x = 10; </a:t>
            </a:r>
          </a:p>
          <a:p>
            <a:r>
              <a:rPr lang="en-IN" sz="2000">
                <a:solidFill>
                  <a:schemeClr val="tx1"/>
                </a:solidFill>
              </a:rPr>
              <a:t> y = 32;</a:t>
            </a:r>
          </a:p>
          <a:p>
            <a:r>
              <a:rPr lang="en-IN" sz="2000">
                <a:solidFill>
                  <a:schemeClr val="tx1"/>
                </a:solidFill>
              </a:rPr>
              <a:t> x = x + y; </a:t>
            </a:r>
          </a:p>
          <a:p>
            <a:r>
              <a:rPr lang="en-IN" sz="2000">
                <a:solidFill>
                  <a:schemeClr val="tx1"/>
                </a:solidFill>
              </a:rPr>
              <a:t> print x;</a:t>
            </a:r>
          </a:p>
          <a:p>
            <a:pPr marR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endParaRPr lang="en-IN" sz="2000">
              <a:solidFill>
                <a:schemeClr val="tx1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IN" sz="2000" b="1">
                <a:solidFill>
                  <a:schemeClr val="tx1"/>
                </a:solidFill>
              </a:rPr>
              <a:t>Justification:</a:t>
            </a:r>
            <a:r>
              <a:rPr lang="en-IN" sz="2000">
                <a:solidFill>
                  <a:schemeClr val="tx1"/>
                </a:solidFill>
              </a:rPr>
              <a:t> Compiler validation requires controlled test programs that cover tokenization, grammar correctness, precedence, variable assignment, and output </a:t>
            </a:r>
            <a:r>
              <a:rPr lang="en-IN" sz="2000" err="1">
                <a:solidFill>
                  <a:schemeClr val="tx1"/>
                </a:solidFill>
              </a:rPr>
              <a:t>behavior</a:t>
            </a:r>
            <a:r>
              <a:rPr lang="en-IN" sz="2000">
                <a:solidFill>
                  <a:schemeClr val="tx1"/>
                </a:solidFill>
              </a:rPr>
              <a:t>.</a:t>
            </a:r>
          </a:p>
          <a:p>
            <a:br>
              <a:rPr lang="en-US"/>
            </a:br>
            <a:endParaRPr lang="en-US" sz="2000">
              <a:solidFill>
                <a:schemeClr val="tx1"/>
              </a:solidFill>
            </a:endParaRPr>
          </a:p>
          <a:p>
            <a:endParaRPr lang="en-IN" sz="2000">
              <a:solidFill>
                <a:schemeClr val="tx1"/>
              </a:solidFill>
            </a:endParaRPr>
          </a:p>
          <a:p>
            <a:endParaRPr lang="en-IN" sz="2000">
              <a:solidFill>
                <a:schemeClr val="tx1"/>
              </a:solidFill>
            </a:endParaRPr>
          </a:p>
        </p:txBody>
      </p:sp>
      <p:sp>
        <p:nvSpPr>
          <p:cNvPr id="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18883" y="381000"/>
            <a:ext cx="191717" cy="307777"/>
          </a:xfrm>
          <a:prstGeom prst="rect">
            <a:avLst/>
          </a:prstGeom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45719" tIns="45720" rIns="45719" bIns="45720" anchor="t">
            <a:spAutoFit/>
          </a:bodyPr>
          <a:lstStyle/>
          <a:p>
            <a:r>
              <a:rPr lang="en-US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848068069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18883" y="381000"/>
            <a:ext cx="191717" cy="307777"/>
          </a:xfrm>
          <a:prstGeom prst="rect">
            <a:avLst/>
          </a:prstGeom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45719" tIns="45720" rIns="45719" bIns="45720" anchor="t">
            <a:spAutoFit/>
          </a:bodyPr>
          <a:lstStyle/>
          <a:p>
            <a:r>
              <a:rPr lang="en-US"/>
              <a:t>9</a:t>
            </a:r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F60FAD0-691E-7E2B-3B38-91668D8F4498}"/>
              </a:ext>
            </a:extLst>
          </p:cNvPr>
          <p:cNvSpPr txBox="1"/>
          <p:nvPr/>
        </p:nvSpPr>
        <p:spPr>
          <a:xfrm>
            <a:off x="3226600" y="381000"/>
            <a:ext cx="2690799" cy="5847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IN" sz="3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Implementation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F3B6F19-1640-1E06-5103-597499DD9C0C}"/>
              </a:ext>
            </a:extLst>
          </p:cNvPr>
          <p:cNvSpPr txBox="1"/>
          <p:nvPr/>
        </p:nvSpPr>
        <p:spPr>
          <a:xfrm>
            <a:off x="862944" y="1716134"/>
            <a:ext cx="6348912" cy="378565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>
              <a:buFont typeface=""/>
              <a:buChar char="•"/>
            </a:pPr>
            <a:r>
              <a:rPr lang="en-US" sz="2000" b="0" i="0">
                <a:solidFill>
                  <a:schemeClr val="tx1"/>
                </a:solidFill>
                <a:ea typeface="-apple-system"/>
              </a:rPr>
              <a:t>Implemented </a:t>
            </a:r>
            <a:r>
              <a:rPr lang="en-US" sz="2000" b="0" i="0" err="1">
                <a:solidFill>
                  <a:schemeClr val="tx1"/>
                </a:solidFill>
                <a:ea typeface="-apple-system"/>
              </a:rPr>
              <a:t>lexer</a:t>
            </a:r>
            <a:r>
              <a:rPr lang="en-US" sz="2000" b="0" i="0">
                <a:solidFill>
                  <a:schemeClr val="tx1"/>
                </a:solidFill>
                <a:ea typeface="-apple-system"/>
              </a:rPr>
              <a:t> rules for numbers, identifiers, keywords (</a:t>
            </a:r>
            <a:r>
              <a:rPr lang="en-US" sz="2000" b="0" i="0">
                <a:solidFill>
                  <a:schemeClr val="tx1"/>
                </a:solidFill>
                <a:ea typeface="ui-monospace"/>
              </a:rPr>
              <a:t>print</a:t>
            </a:r>
            <a:r>
              <a:rPr lang="en-US" sz="2000" b="0" i="0">
                <a:solidFill>
                  <a:schemeClr val="tx1"/>
                </a:solidFill>
                <a:ea typeface="-apple-system"/>
              </a:rPr>
              <a:t>), operators, delimiters.</a:t>
            </a:r>
          </a:p>
          <a:p>
            <a:endParaRPr lang="en-US" sz="2000">
              <a:solidFill>
                <a:schemeClr val="tx1"/>
              </a:solidFill>
              <a:ea typeface="-apple-system"/>
            </a:endParaRPr>
          </a:p>
          <a:p>
            <a:pPr algn="l">
              <a:buFont typeface=""/>
              <a:buChar char="•"/>
            </a:pPr>
            <a:r>
              <a:rPr lang="en-US" sz="2000" b="0" i="0">
                <a:solidFill>
                  <a:schemeClr val="tx1"/>
                </a:solidFill>
                <a:ea typeface="-apple-system"/>
              </a:rPr>
              <a:t>Implemented parser grammar for statements and expressions.</a:t>
            </a:r>
          </a:p>
          <a:p>
            <a:endParaRPr lang="en-US" sz="2000">
              <a:solidFill>
                <a:schemeClr val="tx1"/>
              </a:solidFill>
              <a:ea typeface="-apple-system"/>
            </a:endParaRPr>
          </a:p>
          <a:p>
            <a:pPr algn="l">
              <a:buFont typeface=""/>
              <a:buChar char="•"/>
            </a:pPr>
            <a:r>
              <a:rPr lang="en-US" sz="2000" b="0" i="0">
                <a:solidFill>
                  <a:schemeClr val="tx1"/>
                </a:solidFill>
                <a:ea typeface="-apple-system"/>
              </a:rPr>
              <a:t>Enforced precedence and associativity (</a:t>
            </a:r>
            <a:r>
              <a:rPr lang="en-US" sz="2000" b="0" i="0">
                <a:solidFill>
                  <a:schemeClr val="tx1"/>
                </a:solidFill>
                <a:ea typeface="ui-monospace"/>
              </a:rPr>
              <a:t>*</a:t>
            </a:r>
            <a:r>
              <a:rPr lang="en-US" sz="2000" b="0" i="0">
                <a:solidFill>
                  <a:schemeClr val="tx1"/>
                </a:solidFill>
                <a:ea typeface="-apple-system"/>
              </a:rPr>
              <a:t>,</a:t>
            </a:r>
            <a:r>
              <a:rPr lang="en-US" sz="2000" b="0" i="0">
                <a:solidFill>
                  <a:schemeClr val="tx1"/>
                </a:solidFill>
                <a:ea typeface="ui-monospace"/>
              </a:rPr>
              <a:t>/</a:t>
            </a:r>
            <a:r>
              <a:rPr lang="en-US" sz="2000" b="0" i="0">
                <a:solidFill>
                  <a:schemeClr val="tx1"/>
                </a:solidFill>
                <a:ea typeface="-apple-system"/>
              </a:rPr>
              <a:t> higher than </a:t>
            </a:r>
            <a:r>
              <a:rPr lang="en-US" sz="2000" b="0" i="0">
                <a:solidFill>
                  <a:schemeClr val="tx1"/>
                </a:solidFill>
                <a:ea typeface="ui-monospace"/>
              </a:rPr>
              <a:t>+</a:t>
            </a:r>
            <a:r>
              <a:rPr lang="en-US" sz="2000" b="0" i="0">
                <a:solidFill>
                  <a:schemeClr val="tx1"/>
                </a:solidFill>
                <a:ea typeface="-apple-system"/>
              </a:rPr>
              <a:t>,</a:t>
            </a:r>
            <a:r>
              <a:rPr lang="en-US" sz="2000" b="0" i="0">
                <a:solidFill>
                  <a:schemeClr val="tx1"/>
                </a:solidFill>
                <a:ea typeface="ui-monospace"/>
              </a:rPr>
              <a:t>-</a:t>
            </a:r>
            <a:r>
              <a:rPr lang="en-US" sz="2000" b="0" i="0">
                <a:solidFill>
                  <a:schemeClr val="tx1"/>
                </a:solidFill>
                <a:ea typeface="-apple-system"/>
              </a:rPr>
              <a:t>).</a:t>
            </a:r>
          </a:p>
          <a:p>
            <a:endParaRPr lang="en-US" sz="2000">
              <a:solidFill>
                <a:schemeClr val="tx1"/>
              </a:solidFill>
              <a:ea typeface="-apple-system"/>
            </a:endParaRPr>
          </a:p>
          <a:p>
            <a:pPr algn="l">
              <a:buFont typeface=""/>
              <a:buChar char="•"/>
            </a:pPr>
            <a:r>
              <a:rPr lang="en-US" sz="2000" b="0" i="0">
                <a:solidFill>
                  <a:schemeClr val="tx1"/>
                </a:solidFill>
                <a:ea typeface="-apple-system"/>
              </a:rPr>
              <a:t>Built AST during parsing to represent program structure.</a:t>
            </a:r>
          </a:p>
          <a:p>
            <a:endParaRPr lang="en-US" sz="2000">
              <a:solidFill>
                <a:schemeClr val="tx1"/>
              </a:solidFill>
              <a:ea typeface="-apple-system"/>
            </a:endParaRPr>
          </a:p>
          <a:p>
            <a:pPr algn="l">
              <a:buFont typeface=""/>
              <a:buChar char="•"/>
            </a:pPr>
            <a:r>
              <a:rPr lang="en-US" sz="2000" b="0" i="0">
                <a:solidFill>
                  <a:schemeClr val="tx1"/>
                </a:solidFill>
                <a:ea typeface="-apple-system"/>
              </a:rPr>
              <a:t>Supported statement list sequencing for multi-line programs.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sz="2000" b="0" i="0" u="none" strike="noStrike" cap="none" spc="0" normalizeH="0" baseline="0">
              <a:ln>
                <a:noFill/>
              </a:ln>
              <a:solidFill>
                <a:schemeClr val="tx1"/>
              </a:solidFill>
              <a:effectLst/>
              <a:uFillTx/>
              <a:latin typeface="Times New Roman"/>
              <a:ea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513171287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319433" y="381000"/>
            <a:ext cx="291167" cy="523220"/>
          </a:xfrm>
          <a:prstGeom prst="rect">
            <a:avLst/>
          </a:prstGeom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45719" tIns="45720" rIns="45719" bIns="45720" anchor="t">
            <a:spAutoFit/>
          </a:bodyPr>
          <a:lstStyle/>
          <a:p>
            <a:r>
              <a:rPr lang="en-US"/>
              <a:t>10</a:t>
            </a:r>
          </a:p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F60FAD0-691E-7E2B-3B38-91668D8F4498}"/>
              </a:ext>
            </a:extLst>
          </p:cNvPr>
          <p:cNvSpPr txBox="1"/>
          <p:nvPr/>
        </p:nvSpPr>
        <p:spPr>
          <a:xfrm>
            <a:off x="3226600" y="381000"/>
            <a:ext cx="2690799" cy="5847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IN" sz="3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Implementation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EF7F2E-4C3A-8E7D-6470-6241D63062B5}"/>
              </a:ext>
            </a:extLst>
          </p:cNvPr>
          <p:cNvSpPr txBox="1"/>
          <p:nvPr/>
        </p:nvSpPr>
        <p:spPr>
          <a:xfrm>
            <a:off x="799263" y="1982311"/>
            <a:ext cx="6603456" cy="317009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>
              <a:buFont typeface=""/>
              <a:buChar char="•"/>
            </a:pPr>
            <a:r>
              <a:rPr lang="en-US" sz="2000">
                <a:solidFill>
                  <a:schemeClr val="tx1"/>
                </a:solidFill>
                <a:ea typeface="-apple-system"/>
              </a:rPr>
              <a:t>Implemented</a:t>
            </a:r>
            <a:r>
              <a:rPr lang="en-US" sz="2000" b="0" i="0">
                <a:solidFill>
                  <a:schemeClr val="tx1"/>
                </a:solidFill>
                <a:ea typeface="-apple-system"/>
              </a:rPr>
              <a:t> LLVM IR generation by traversing AST.</a:t>
            </a:r>
          </a:p>
          <a:p>
            <a:endParaRPr lang="en-US" sz="2000">
              <a:solidFill>
                <a:schemeClr val="tx1"/>
              </a:solidFill>
              <a:ea typeface="-apple-system"/>
            </a:endParaRPr>
          </a:p>
          <a:p>
            <a:pPr algn="l">
              <a:buFont typeface=""/>
              <a:buChar char="•"/>
            </a:pPr>
            <a:r>
              <a:rPr lang="en-US" sz="2000" b="0" i="0">
                <a:solidFill>
                  <a:schemeClr val="tx1"/>
                </a:solidFill>
                <a:ea typeface="-apple-system"/>
              </a:rPr>
              <a:t>Added symbol table for variable allocation/loading/storing.</a:t>
            </a:r>
          </a:p>
          <a:p>
            <a:endParaRPr lang="en-US" sz="2000">
              <a:solidFill>
                <a:schemeClr val="tx1"/>
              </a:solidFill>
              <a:ea typeface="-apple-system"/>
            </a:endParaRPr>
          </a:p>
          <a:p>
            <a:pPr algn="l">
              <a:buFont typeface=""/>
              <a:buChar char="•"/>
            </a:pPr>
            <a:r>
              <a:rPr lang="en-US" sz="2000" b="0" i="0">
                <a:solidFill>
                  <a:schemeClr val="tx1"/>
                </a:solidFill>
                <a:ea typeface="-apple-system"/>
              </a:rPr>
              <a:t>Generated IR for arithmetic operations: </a:t>
            </a:r>
            <a:r>
              <a:rPr lang="en-US" sz="2000">
                <a:solidFill>
                  <a:schemeClr val="tx1"/>
                </a:solidFill>
                <a:ea typeface="-apple-system"/>
              </a:rPr>
              <a:t>add</a:t>
            </a:r>
            <a:r>
              <a:rPr lang="en-US" sz="2000" b="0" i="0">
                <a:solidFill>
                  <a:schemeClr val="tx1"/>
                </a:solidFill>
                <a:ea typeface="-apple-system"/>
              </a:rPr>
              <a:t>, sub, </a:t>
            </a:r>
            <a:r>
              <a:rPr lang="en-US" sz="2000" b="0" i="0" err="1">
                <a:solidFill>
                  <a:schemeClr val="tx1"/>
                </a:solidFill>
                <a:ea typeface="-apple-system"/>
              </a:rPr>
              <a:t>mul</a:t>
            </a:r>
            <a:r>
              <a:rPr lang="en-US" sz="2000" b="0" i="0">
                <a:solidFill>
                  <a:schemeClr val="tx1"/>
                </a:solidFill>
                <a:ea typeface="-apple-system"/>
              </a:rPr>
              <a:t>, div.</a:t>
            </a:r>
          </a:p>
          <a:p>
            <a:endParaRPr lang="en-US" sz="2000">
              <a:solidFill>
                <a:schemeClr val="tx1"/>
              </a:solidFill>
              <a:ea typeface="-apple-system"/>
            </a:endParaRPr>
          </a:p>
          <a:p>
            <a:pPr algn="l">
              <a:buFont typeface=""/>
              <a:buChar char="•"/>
            </a:pPr>
            <a:r>
              <a:rPr lang="en-US" sz="2000" b="0" i="0">
                <a:solidFill>
                  <a:schemeClr val="tx1"/>
                </a:solidFill>
                <a:ea typeface="-apple-system"/>
              </a:rPr>
              <a:t>Linked print statements to </a:t>
            </a:r>
            <a:r>
              <a:rPr lang="en-US" sz="2000" b="0" i="0" err="1">
                <a:solidFill>
                  <a:schemeClr val="tx1"/>
                </a:solidFill>
                <a:ea typeface="ui-monospace"/>
              </a:rPr>
              <a:t>printf</a:t>
            </a:r>
            <a:r>
              <a:rPr lang="en-US" sz="2000" b="0" i="0">
                <a:solidFill>
                  <a:schemeClr val="tx1"/>
                </a:solidFill>
                <a:ea typeface="-apple-system"/>
              </a:rPr>
              <a:t> in generated IR.</a:t>
            </a:r>
          </a:p>
          <a:p>
            <a:endParaRPr lang="en-US" sz="2000">
              <a:solidFill>
                <a:schemeClr val="tx1"/>
              </a:solidFill>
              <a:ea typeface="-apple-system"/>
            </a:endParaRPr>
          </a:p>
          <a:p>
            <a:pPr algn="l">
              <a:buFont typeface=""/>
              <a:buChar char="•"/>
            </a:pPr>
            <a:r>
              <a:rPr lang="en-US" sz="2000" b="0" i="0">
                <a:solidFill>
                  <a:schemeClr val="tx1"/>
                </a:solidFill>
                <a:ea typeface="-apple-system"/>
              </a:rPr>
              <a:t>Output IR written to </a:t>
            </a:r>
            <a:r>
              <a:rPr lang="en-US" sz="2000" b="0" i="0" err="1">
                <a:solidFill>
                  <a:schemeClr val="tx1"/>
                </a:solidFill>
                <a:ea typeface="ui-monospace"/>
              </a:rPr>
              <a:t>out.ll</a:t>
            </a:r>
            <a:r>
              <a:rPr lang="en-US" sz="2000" b="0" i="0">
                <a:solidFill>
                  <a:schemeClr val="tx1"/>
                </a:solidFill>
                <a:ea typeface="-apple-system"/>
              </a:rPr>
              <a:t>, then compiled to native executable.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sz="2000" b="0" i="0" u="none" strike="noStrike" cap="none" spc="0" normalizeH="0" baseline="0">
              <a:ln>
                <a:noFill/>
              </a:ln>
              <a:solidFill>
                <a:schemeClr val="tx1"/>
              </a:solidFill>
              <a:effectLst/>
              <a:uFillTx/>
              <a:latin typeface="Times New Roman"/>
              <a:ea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780977879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319433" y="381000"/>
            <a:ext cx="291167" cy="523220"/>
          </a:xfrm>
          <a:prstGeom prst="rect">
            <a:avLst/>
          </a:prstGeom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45719" tIns="45720" rIns="45719" bIns="45720" anchor="t">
            <a:spAutoFit/>
          </a:bodyPr>
          <a:lstStyle/>
          <a:p>
            <a:r>
              <a:rPr lang="en-US"/>
              <a:t>11</a:t>
            </a:r>
          </a:p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F60FAD0-691E-7E2B-3B38-91668D8F4498}"/>
              </a:ext>
            </a:extLst>
          </p:cNvPr>
          <p:cNvSpPr txBox="1"/>
          <p:nvPr/>
        </p:nvSpPr>
        <p:spPr>
          <a:xfrm>
            <a:off x="3910281" y="381000"/>
            <a:ext cx="1323437" cy="5847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IN" sz="3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Testing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178F6B8-9C41-B343-C60F-41D56D78D84D}"/>
              </a:ext>
            </a:extLst>
          </p:cNvPr>
          <p:cNvSpPr txBox="1"/>
          <p:nvPr/>
        </p:nvSpPr>
        <p:spPr>
          <a:xfrm>
            <a:off x="905589" y="2229707"/>
            <a:ext cx="6402758" cy="28623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>
              <a:buFont typeface=""/>
              <a:buChar char="•"/>
            </a:pPr>
            <a:r>
              <a:rPr lang="en-US" sz="2000" b="1" i="0">
                <a:solidFill>
                  <a:schemeClr val="tx1"/>
                </a:solidFill>
                <a:ea typeface="-apple-system"/>
              </a:rPr>
              <a:t>TC1:</a:t>
            </a:r>
            <a:r>
              <a:rPr lang="en-US" sz="2000" b="0" i="0">
                <a:solidFill>
                  <a:schemeClr val="tx1"/>
                </a:solidFill>
                <a:ea typeface="-apple-system"/>
              </a:rPr>
              <a:t> </a:t>
            </a:r>
            <a:r>
              <a:rPr lang="en-US" sz="2000" b="0" i="0">
                <a:solidFill>
                  <a:schemeClr val="tx1"/>
                </a:solidFill>
                <a:ea typeface="ui-monospace"/>
              </a:rPr>
              <a:t>x = 42; print x;</a:t>
            </a:r>
            <a:r>
              <a:rPr lang="en-US" sz="2000" b="0" i="0">
                <a:solidFill>
                  <a:schemeClr val="tx1"/>
                </a:solidFill>
                <a:ea typeface="-apple-system"/>
              </a:rPr>
              <a:t> -&gt; Output: </a:t>
            </a:r>
            <a:r>
              <a:rPr lang="en-US" sz="2000" b="0" i="0">
                <a:solidFill>
                  <a:schemeClr val="tx1"/>
                </a:solidFill>
                <a:ea typeface="ui-monospace"/>
              </a:rPr>
              <a:t>42</a:t>
            </a:r>
          </a:p>
          <a:p>
            <a:pPr algn="l">
              <a:buFont typeface=""/>
              <a:buChar char="•"/>
            </a:pPr>
            <a:r>
              <a:rPr lang="en-US" sz="2000" b="1" i="0">
                <a:solidFill>
                  <a:schemeClr val="tx1"/>
                </a:solidFill>
                <a:ea typeface="-apple-system"/>
              </a:rPr>
              <a:t>TC2:</a:t>
            </a:r>
            <a:r>
              <a:rPr lang="en-US" sz="2000" b="0" i="0">
                <a:solidFill>
                  <a:schemeClr val="tx1"/>
                </a:solidFill>
                <a:ea typeface="-apple-system"/>
              </a:rPr>
              <a:t> </a:t>
            </a:r>
            <a:r>
              <a:rPr lang="en-US" sz="2000" b="0" i="0">
                <a:solidFill>
                  <a:schemeClr val="tx1"/>
                </a:solidFill>
                <a:ea typeface="ui-monospace"/>
              </a:rPr>
              <a:t>x = 1 + 5 * 27; print x;</a:t>
            </a:r>
            <a:r>
              <a:rPr lang="en-US" sz="2000" b="0" i="0">
                <a:solidFill>
                  <a:schemeClr val="tx1"/>
                </a:solidFill>
                <a:ea typeface="-apple-system"/>
              </a:rPr>
              <a:t> -&gt; Output: </a:t>
            </a:r>
            <a:r>
              <a:rPr lang="en-US" sz="2000" b="0" i="0">
                <a:solidFill>
                  <a:schemeClr val="tx1"/>
                </a:solidFill>
                <a:ea typeface="ui-monospace"/>
              </a:rPr>
              <a:t>136</a:t>
            </a:r>
          </a:p>
          <a:p>
            <a:pPr algn="l">
              <a:buFont typeface=""/>
              <a:buChar char="•"/>
            </a:pPr>
            <a:r>
              <a:rPr lang="en-US" sz="2000" b="1" i="0">
                <a:solidFill>
                  <a:schemeClr val="tx1"/>
                </a:solidFill>
                <a:ea typeface="-apple-system"/>
              </a:rPr>
              <a:t>TC3:</a:t>
            </a:r>
            <a:r>
              <a:rPr lang="en-US" sz="2000" b="0" i="0">
                <a:solidFill>
                  <a:schemeClr val="tx1"/>
                </a:solidFill>
                <a:ea typeface="-apple-system"/>
              </a:rPr>
              <a:t> </a:t>
            </a:r>
            <a:r>
              <a:rPr lang="en-US" sz="2000" b="0" i="0">
                <a:solidFill>
                  <a:schemeClr val="tx1"/>
                </a:solidFill>
                <a:ea typeface="ui-monospace"/>
              </a:rPr>
              <a:t>x = (1 + 5) * 27; print x;</a:t>
            </a:r>
            <a:r>
              <a:rPr lang="en-US" sz="2000" b="0" i="0">
                <a:solidFill>
                  <a:schemeClr val="tx1"/>
                </a:solidFill>
                <a:ea typeface="-apple-system"/>
              </a:rPr>
              <a:t> -&gt; Output: </a:t>
            </a:r>
            <a:r>
              <a:rPr lang="en-US" sz="2000" b="0" i="0">
                <a:solidFill>
                  <a:schemeClr val="tx1"/>
                </a:solidFill>
                <a:ea typeface="ui-monospace"/>
              </a:rPr>
              <a:t>162</a:t>
            </a:r>
          </a:p>
          <a:p>
            <a:pPr algn="l">
              <a:buFont typeface=""/>
              <a:buChar char="•"/>
            </a:pPr>
            <a:r>
              <a:rPr lang="en-US" sz="2000" b="1" i="0">
                <a:solidFill>
                  <a:schemeClr val="tx1"/>
                </a:solidFill>
                <a:ea typeface="-apple-system"/>
              </a:rPr>
              <a:t>TC4:</a:t>
            </a:r>
            <a:r>
              <a:rPr lang="en-US" sz="2000" b="0" i="0">
                <a:solidFill>
                  <a:schemeClr val="tx1"/>
                </a:solidFill>
                <a:ea typeface="-apple-system"/>
              </a:rPr>
              <a:t> </a:t>
            </a:r>
            <a:r>
              <a:rPr lang="en-US" sz="2000" b="0" i="0">
                <a:solidFill>
                  <a:schemeClr val="tx1"/>
                </a:solidFill>
                <a:ea typeface="ui-monospace"/>
              </a:rPr>
              <a:t>x = 10; y = 32; x = x + y; print x;</a:t>
            </a:r>
            <a:r>
              <a:rPr lang="en-US" sz="2000" b="0" i="0">
                <a:solidFill>
                  <a:schemeClr val="tx1"/>
                </a:solidFill>
                <a:ea typeface="-apple-system"/>
              </a:rPr>
              <a:t> -&gt; Output: </a:t>
            </a:r>
            <a:r>
              <a:rPr lang="en-US" sz="2000" b="0" i="0">
                <a:solidFill>
                  <a:schemeClr val="tx1"/>
                </a:solidFill>
                <a:ea typeface="ui-monospace"/>
              </a:rPr>
              <a:t>42</a:t>
            </a:r>
          </a:p>
          <a:p>
            <a:pPr algn="l">
              <a:buFont typeface=""/>
              <a:buChar char="•"/>
            </a:pPr>
            <a:r>
              <a:rPr lang="en-US" sz="2000" b="1" i="0">
                <a:solidFill>
                  <a:schemeClr val="tx1"/>
                </a:solidFill>
                <a:ea typeface="-apple-system"/>
              </a:rPr>
              <a:t>TC5:</a:t>
            </a:r>
            <a:r>
              <a:rPr lang="en-US" sz="2000" b="0" i="0">
                <a:solidFill>
                  <a:schemeClr val="tx1"/>
                </a:solidFill>
                <a:ea typeface="-apple-system"/>
              </a:rPr>
              <a:t> Invalid token input -&gt; Lexer/Parser reports error behavior</a:t>
            </a:r>
          </a:p>
          <a:p>
            <a:pPr algn="l">
              <a:buFont typeface=""/>
              <a:buChar char="•"/>
            </a:pPr>
            <a:r>
              <a:rPr lang="en-US" sz="2000" b="1" i="0">
                <a:solidFill>
                  <a:schemeClr val="tx1"/>
                </a:solidFill>
                <a:ea typeface="-apple-system"/>
              </a:rPr>
              <a:t>Validation focus:</a:t>
            </a:r>
            <a:r>
              <a:rPr lang="en-US" sz="2000" b="0" i="0">
                <a:solidFill>
                  <a:schemeClr val="tx1"/>
                </a:solidFill>
                <a:ea typeface="-apple-system"/>
              </a:rPr>
              <a:t> correctness of precedence, assignment, and printing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sz="2000" b="0" i="0" u="none" strike="noStrike" cap="none" spc="0" normalizeH="0" baseline="0">
              <a:ln>
                <a:noFill/>
              </a:ln>
              <a:solidFill>
                <a:schemeClr val="tx1"/>
              </a:solidFill>
              <a:effectLst/>
              <a:uFillTx/>
              <a:latin typeface="Times New Roman"/>
              <a:ea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530641976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319496" y="381000"/>
            <a:ext cx="291104" cy="307777"/>
          </a:xfrm>
          <a:prstGeom prst="rect">
            <a:avLst/>
          </a:prstGeom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45719" tIns="45720" rIns="45719" bIns="45720" anchor="t">
            <a:spAutoFit/>
          </a:bodyPr>
          <a:lstStyle/>
          <a:p>
            <a:r>
              <a:rPr lang="en-US"/>
              <a:t>12</a:t>
            </a:r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F60FAD0-691E-7E2B-3B38-91668D8F4498}"/>
              </a:ext>
            </a:extLst>
          </p:cNvPr>
          <p:cNvSpPr txBox="1"/>
          <p:nvPr/>
        </p:nvSpPr>
        <p:spPr>
          <a:xfrm>
            <a:off x="2882756" y="438150"/>
            <a:ext cx="3378487" cy="5847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IN" sz="3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Result and Analysis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E74B8F8-D437-DEE3-FF8C-632F2761E47A}"/>
              </a:ext>
            </a:extLst>
          </p:cNvPr>
          <p:cNvSpPr txBox="1"/>
          <p:nvPr/>
        </p:nvSpPr>
        <p:spPr>
          <a:xfrm>
            <a:off x="747888" y="1712662"/>
            <a:ext cx="6040522" cy="440120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lvl="1" indent="-342900" algn="l">
              <a:buFont typeface="Arial"/>
              <a:buChar char="•"/>
            </a:pPr>
            <a:r>
              <a:rPr lang="en-US" sz="2000" b="0" i="0">
                <a:solidFill>
                  <a:schemeClr val="tx1"/>
                </a:solidFill>
                <a:ea typeface="-apple-system"/>
              </a:rPr>
              <a:t>Successfully compiles simple arithmetic programs to LLVM IR.</a:t>
            </a:r>
          </a:p>
          <a:p>
            <a:pPr marL="342900" lvl="1" indent="-342900">
              <a:buFont typeface="Arial"/>
              <a:buChar char="•"/>
            </a:pPr>
            <a:endParaRPr lang="en-US" sz="2000">
              <a:solidFill>
                <a:schemeClr val="tx1"/>
              </a:solidFill>
              <a:ea typeface="-apple-system"/>
            </a:endParaRPr>
          </a:p>
          <a:p>
            <a:pPr marL="342900" lvl="1" indent="-342900" algn="l">
              <a:buFont typeface="Arial"/>
              <a:buChar char="•"/>
            </a:pPr>
            <a:r>
              <a:rPr lang="en-US" sz="2000" b="0" i="0">
                <a:solidFill>
                  <a:schemeClr val="tx1"/>
                </a:solidFill>
                <a:ea typeface="-apple-system"/>
              </a:rPr>
              <a:t>Correctly handles operator precedence and parentheses.</a:t>
            </a:r>
          </a:p>
          <a:p>
            <a:pPr marL="342900" lvl="1" indent="-342900">
              <a:buFont typeface="Arial"/>
              <a:buChar char="•"/>
            </a:pPr>
            <a:endParaRPr lang="en-US" sz="2000">
              <a:solidFill>
                <a:schemeClr val="tx1"/>
              </a:solidFill>
              <a:ea typeface="-apple-system"/>
            </a:endParaRPr>
          </a:p>
          <a:p>
            <a:pPr marL="342900" lvl="1" indent="-342900" algn="l">
              <a:buFont typeface="Arial"/>
              <a:buChar char="•"/>
            </a:pPr>
            <a:r>
              <a:rPr lang="en-US" sz="2000" b="0" i="0">
                <a:solidFill>
                  <a:schemeClr val="tx1"/>
                </a:solidFill>
                <a:ea typeface="-apple-system"/>
              </a:rPr>
              <a:t>Supports multiple assignments and variable reuse.</a:t>
            </a:r>
          </a:p>
          <a:p>
            <a:pPr marL="342900" lvl="1" indent="-342900">
              <a:buFont typeface="Arial"/>
              <a:buChar char="•"/>
            </a:pPr>
            <a:endParaRPr lang="en-US" sz="2000">
              <a:solidFill>
                <a:schemeClr val="tx1"/>
              </a:solidFill>
              <a:ea typeface="-apple-system"/>
            </a:endParaRPr>
          </a:p>
          <a:p>
            <a:pPr marL="342900" lvl="1" indent="-342900">
              <a:buFont typeface="Arial"/>
              <a:buChar char="•"/>
            </a:pPr>
            <a:r>
              <a:rPr lang="en-US" sz="2000" b="0" i="0">
                <a:solidFill>
                  <a:schemeClr val="tx1"/>
                </a:solidFill>
                <a:ea typeface="-apple-system"/>
              </a:rPr>
              <a:t>Produces runnable native binary via </a:t>
            </a:r>
            <a:r>
              <a:rPr lang="en-US" sz="2000" b="0" i="0" err="1">
                <a:solidFill>
                  <a:schemeClr val="tx1"/>
                </a:solidFill>
                <a:ea typeface="ui-monospace"/>
              </a:rPr>
              <a:t>llc</a:t>
            </a:r>
            <a:r>
              <a:rPr lang="en-US" sz="2000" b="0" i="0">
                <a:solidFill>
                  <a:schemeClr val="tx1"/>
                </a:solidFill>
                <a:ea typeface="-apple-system"/>
              </a:rPr>
              <a:t> + </a:t>
            </a:r>
            <a:r>
              <a:rPr lang="en-US" sz="2000" b="0" i="0">
                <a:solidFill>
                  <a:schemeClr val="tx1"/>
                </a:solidFill>
                <a:ea typeface="ui-monospace"/>
              </a:rPr>
              <a:t>clang</a:t>
            </a:r>
            <a:r>
              <a:rPr lang="en-US" sz="2000" b="0" i="0">
                <a:solidFill>
                  <a:schemeClr val="tx1"/>
                </a:solidFill>
                <a:ea typeface="-apple-system"/>
              </a:rPr>
              <a:t>.</a:t>
            </a:r>
            <a:endParaRPr lang="en-US" sz="2000">
              <a:solidFill>
                <a:schemeClr val="tx1"/>
              </a:solidFill>
              <a:ea typeface="-apple-system"/>
            </a:endParaRPr>
          </a:p>
          <a:p>
            <a:pPr marL="342900" lvl="1" indent="-342900" algn="l">
              <a:buFont typeface="Arial"/>
              <a:buChar char="•"/>
            </a:pPr>
            <a:endParaRPr lang="en-US" sz="2000" b="0" i="0">
              <a:solidFill>
                <a:schemeClr val="tx1"/>
              </a:solidFill>
              <a:ea typeface="-apple-system"/>
            </a:endParaRPr>
          </a:p>
          <a:p>
            <a:pPr marL="342900" lvl="1" indent="-342900" algn="l">
              <a:buFont typeface="Arial"/>
              <a:buChar char="•"/>
            </a:pPr>
            <a:r>
              <a:rPr lang="en-US" sz="2000" b="0" i="0">
                <a:solidFill>
                  <a:schemeClr val="tx1"/>
                </a:solidFill>
                <a:ea typeface="-apple-system"/>
              </a:rPr>
              <a:t>Current scope is intentionally minimal and suitable for compiler fundamentals learning.</a:t>
            </a:r>
          </a:p>
          <a:p>
            <a:pPr marL="342900" indent="-342900">
              <a:buFont typeface="Arial"/>
              <a:buChar char="•"/>
            </a:pPr>
            <a:endParaRPr lang="en-US" sz="2000">
              <a:solidFill>
                <a:schemeClr val="tx1"/>
              </a:solidFill>
            </a:endParaRPr>
          </a:p>
          <a:p>
            <a:pPr marL="342900" marR="0" indent="-3429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</a:pPr>
            <a:endParaRPr lang="en-US" sz="2000" b="0" i="0" u="none" strike="noStrike" cap="none" spc="0" normalizeH="0" baseline="0">
              <a:ln>
                <a:noFill/>
              </a:ln>
              <a:solidFill>
                <a:schemeClr val="tx1"/>
              </a:solidFill>
              <a:effectLst/>
              <a:uFillTx/>
              <a:latin typeface="Times New Roman"/>
              <a:ea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722468154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319496" y="381000"/>
            <a:ext cx="291104" cy="307777"/>
          </a:xfrm>
          <a:prstGeom prst="rect">
            <a:avLst/>
          </a:prstGeom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45719" tIns="45720" rIns="45719" bIns="45720" anchor="t">
            <a:spAutoFit/>
          </a:bodyPr>
          <a:lstStyle/>
          <a:p>
            <a:r>
              <a:rPr lang="en-US"/>
              <a:t>13</a:t>
            </a:r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F60FAD0-691E-7E2B-3B38-91668D8F4498}"/>
              </a:ext>
            </a:extLst>
          </p:cNvPr>
          <p:cNvSpPr txBox="1"/>
          <p:nvPr/>
        </p:nvSpPr>
        <p:spPr>
          <a:xfrm>
            <a:off x="3305949" y="396390"/>
            <a:ext cx="2532101" cy="5847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IN" sz="3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Demonstration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D95296D-80DE-D573-8CD3-737B70092112}"/>
              </a:ext>
            </a:extLst>
          </p:cNvPr>
          <p:cNvSpPr txBox="1"/>
          <p:nvPr/>
        </p:nvSpPr>
        <p:spPr>
          <a:xfrm>
            <a:off x="1281355" y="3222338"/>
            <a:ext cx="92396" cy="5847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endParaRPr lang="en-US" sz="3200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4EB3B5-E598-39D4-8A5E-0E2CBE6F06AA}"/>
              </a:ext>
            </a:extLst>
          </p:cNvPr>
          <p:cNvSpPr txBox="1"/>
          <p:nvPr/>
        </p:nvSpPr>
        <p:spPr>
          <a:xfrm>
            <a:off x="802506" y="1409809"/>
            <a:ext cx="7168334" cy="52321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Simple Implementation for a basic program variable assignment using brackets and negative numbers</a:t>
            </a:r>
            <a:endParaRPr lang="en-US" sz="1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5583A74-7240-922C-8F41-CE05A889C6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062" y="1933027"/>
            <a:ext cx="8147221" cy="4212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551560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FBBB13-8C65-57C6-1628-1B855C9E67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">
            <a:extLst>
              <a:ext uri="{FF2B5EF4-FFF2-40B4-BE49-F238E27FC236}">
                <a16:creationId xmlns:a16="http://schemas.microsoft.com/office/drawing/2014/main" id="{C5E36A92-8D49-D99D-6B17-BF8997898C86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8319496" y="381000"/>
            <a:ext cx="291104" cy="30777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r>
              <a:rPr lang="en-US"/>
              <a:t>14</a:t>
            </a:r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D99ACCE-7F61-B379-AEBB-E664D8356B5A}"/>
              </a:ext>
            </a:extLst>
          </p:cNvPr>
          <p:cNvSpPr txBox="1"/>
          <p:nvPr/>
        </p:nvSpPr>
        <p:spPr>
          <a:xfrm>
            <a:off x="3305949" y="396390"/>
            <a:ext cx="2532101" cy="5847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IN" sz="3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Demonstration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6661C75-DA38-854A-7C02-6F28A68A4320}"/>
              </a:ext>
            </a:extLst>
          </p:cNvPr>
          <p:cNvSpPr txBox="1"/>
          <p:nvPr/>
        </p:nvSpPr>
        <p:spPr>
          <a:xfrm>
            <a:off x="1281355" y="3222338"/>
            <a:ext cx="92396" cy="5847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endParaRPr lang="en-US" sz="3200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B2A0F96-23CC-4772-F9F3-C993E3F11D3A}"/>
              </a:ext>
            </a:extLst>
          </p:cNvPr>
          <p:cNvSpPr txBox="1"/>
          <p:nvPr/>
        </p:nvSpPr>
        <p:spPr>
          <a:xfrm>
            <a:off x="802506" y="1409809"/>
            <a:ext cx="7168334" cy="3077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Simple Implementation for a basic program using multiple variables</a:t>
            </a:r>
            <a:endParaRPr lang="en-US" sz="14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38B67CF-BAA6-DD03-B086-AAF248FAB75A}"/>
              </a:ext>
            </a:extLst>
          </p:cNvPr>
          <p:cNvSpPr txBox="1"/>
          <p:nvPr/>
        </p:nvSpPr>
        <p:spPr>
          <a:xfrm>
            <a:off x="802506" y="3809079"/>
            <a:ext cx="7168334" cy="52321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Simple Implementation for a basic program using multiple variables and slightly complex operations</a:t>
            </a:r>
            <a:endParaRPr lang="en-US" sz="14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95856E4-42FB-68D7-CA6D-7F2E853C3E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762" y="1888449"/>
            <a:ext cx="7951838" cy="3837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3461811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EACC5D-352E-3DB6-DAD0-615FFDD8BC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">
            <a:extLst>
              <a:ext uri="{FF2B5EF4-FFF2-40B4-BE49-F238E27FC236}">
                <a16:creationId xmlns:a16="http://schemas.microsoft.com/office/drawing/2014/main" id="{8632DD05-577F-33BE-33CD-09F3D21065D4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8319496" y="381000"/>
            <a:ext cx="291104" cy="307777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r>
              <a:rPr lang="en-US"/>
              <a:t>14</a:t>
            </a:r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1354E1B-8BB0-6F1C-CF5A-BF394269006C}"/>
              </a:ext>
            </a:extLst>
          </p:cNvPr>
          <p:cNvSpPr txBox="1"/>
          <p:nvPr/>
        </p:nvSpPr>
        <p:spPr>
          <a:xfrm>
            <a:off x="3305949" y="396390"/>
            <a:ext cx="2532101" cy="5847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IN" sz="3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Demonstration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6FE93C7-C2AC-A25A-1641-E2F89BAE14B4}"/>
              </a:ext>
            </a:extLst>
          </p:cNvPr>
          <p:cNvSpPr txBox="1"/>
          <p:nvPr/>
        </p:nvSpPr>
        <p:spPr>
          <a:xfrm>
            <a:off x="1281355" y="3222338"/>
            <a:ext cx="92396" cy="5847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endParaRPr lang="en-US" sz="3200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547DF06-E2FC-DED8-17DC-3505999FD0CC}"/>
              </a:ext>
            </a:extLst>
          </p:cNvPr>
          <p:cNvSpPr txBox="1"/>
          <p:nvPr/>
        </p:nvSpPr>
        <p:spPr>
          <a:xfrm>
            <a:off x="802506" y="1409809"/>
            <a:ext cx="7168334" cy="3077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Simple Implementation for a basic program with 2 operators such as (--)</a:t>
            </a:r>
            <a:endParaRPr lang="en-US" sz="1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CE5948A-FA82-7805-0FFA-D31E94F0F0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955" y="2039593"/>
            <a:ext cx="8197645" cy="3801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4184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BCFBA8-821E-2A93-3807-BC7EEACFD3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">
            <a:extLst>
              <a:ext uri="{FF2B5EF4-FFF2-40B4-BE49-F238E27FC236}">
                <a16:creationId xmlns:a16="http://schemas.microsoft.com/office/drawing/2014/main" id="{B0F8FE70-0E7B-3595-97DD-3C47B31B10D5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8319496" y="381000"/>
            <a:ext cx="291104" cy="30777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r>
              <a:rPr lang="en-US"/>
              <a:t>14</a:t>
            </a:r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870F242-3FFA-D207-B196-F64E43A24B0D}"/>
              </a:ext>
            </a:extLst>
          </p:cNvPr>
          <p:cNvSpPr txBox="1"/>
          <p:nvPr/>
        </p:nvSpPr>
        <p:spPr>
          <a:xfrm>
            <a:off x="3305949" y="396390"/>
            <a:ext cx="2532101" cy="5847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IN" sz="3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Demonstration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1B06018-1F71-69D5-73D3-B42327DB5339}"/>
              </a:ext>
            </a:extLst>
          </p:cNvPr>
          <p:cNvSpPr txBox="1"/>
          <p:nvPr/>
        </p:nvSpPr>
        <p:spPr>
          <a:xfrm>
            <a:off x="1281355" y="3222338"/>
            <a:ext cx="92396" cy="5847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endParaRPr lang="en-US" sz="3200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485F20D-E063-83F5-7C0F-EEDD78881392}"/>
              </a:ext>
            </a:extLst>
          </p:cNvPr>
          <p:cNvSpPr txBox="1"/>
          <p:nvPr/>
        </p:nvSpPr>
        <p:spPr>
          <a:xfrm>
            <a:off x="802506" y="1409809"/>
            <a:ext cx="7168334" cy="3077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  <a:cs typeface="Times New Roman"/>
              </a:rPr>
              <a:t>Floating point numbers showcase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E22AECC-EBD6-CBD4-0E04-611C80EE83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923" y="1936273"/>
            <a:ext cx="7902677" cy="3368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2680468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F532F2-4AD3-7F25-4681-17EA142D3E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">
            <a:extLst>
              <a:ext uri="{FF2B5EF4-FFF2-40B4-BE49-F238E27FC236}">
                <a16:creationId xmlns:a16="http://schemas.microsoft.com/office/drawing/2014/main" id="{B24F7A01-03C8-BFEF-5211-38D4971869CA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8319496" y="381000"/>
            <a:ext cx="291104" cy="307777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r>
              <a:rPr lang="en-US"/>
              <a:t>14</a:t>
            </a:r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2909393-CF0F-6CAC-7F63-73B6D2362673}"/>
              </a:ext>
            </a:extLst>
          </p:cNvPr>
          <p:cNvSpPr txBox="1"/>
          <p:nvPr/>
        </p:nvSpPr>
        <p:spPr>
          <a:xfrm>
            <a:off x="3305949" y="396390"/>
            <a:ext cx="2532101" cy="5847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IN" sz="3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Demonstration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931C7FD-8594-737E-731C-C6A17E26BFBF}"/>
              </a:ext>
            </a:extLst>
          </p:cNvPr>
          <p:cNvSpPr txBox="1"/>
          <p:nvPr/>
        </p:nvSpPr>
        <p:spPr>
          <a:xfrm>
            <a:off x="1281355" y="3222338"/>
            <a:ext cx="92396" cy="5847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endParaRPr lang="en-US" sz="3200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FEC02C7-E92D-5E5F-78F5-BC70BA63A385}"/>
              </a:ext>
            </a:extLst>
          </p:cNvPr>
          <p:cNvSpPr txBox="1"/>
          <p:nvPr/>
        </p:nvSpPr>
        <p:spPr>
          <a:xfrm>
            <a:off x="802506" y="1409809"/>
            <a:ext cx="7168334" cy="3077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  <a:cs typeface="Times New Roman"/>
              </a:rPr>
              <a:t>Type conversion of 2 floats to a integer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564A0EC-0396-CC3A-6AF9-2B2D25D1D4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576" y="2315278"/>
            <a:ext cx="7892845" cy="2825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089764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983F3A-3FBE-6F41-65CB-E97065C28E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">
            <a:extLst>
              <a:ext uri="{FF2B5EF4-FFF2-40B4-BE49-F238E27FC236}">
                <a16:creationId xmlns:a16="http://schemas.microsoft.com/office/drawing/2014/main" id="{C18BFCDF-9131-D077-9E9C-9B01CB6E4458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8319496" y="381000"/>
            <a:ext cx="291104" cy="30777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r>
              <a:rPr lang="en-US"/>
              <a:t>14</a:t>
            </a:r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E59E274-E21E-30C6-707C-691CC84E5B56}"/>
              </a:ext>
            </a:extLst>
          </p:cNvPr>
          <p:cNvSpPr txBox="1"/>
          <p:nvPr/>
        </p:nvSpPr>
        <p:spPr>
          <a:xfrm>
            <a:off x="3305949" y="396390"/>
            <a:ext cx="2532101" cy="5847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IN" sz="3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Demonstration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AF737B1-980F-1E62-1B00-EE421A13BFCC}"/>
              </a:ext>
            </a:extLst>
          </p:cNvPr>
          <p:cNvSpPr txBox="1"/>
          <p:nvPr/>
        </p:nvSpPr>
        <p:spPr>
          <a:xfrm>
            <a:off x="1281355" y="3222338"/>
            <a:ext cx="92396" cy="5847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endParaRPr lang="en-US" sz="3200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32409A4-9ABB-DDB3-4B3A-97AE86AD7AEA}"/>
              </a:ext>
            </a:extLst>
          </p:cNvPr>
          <p:cNvSpPr txBox="1"/>
          <p:nvPr/>
        </p:nvSpPr>
        <p:spPr>
          <a:xfrm>
            <a:off x="802506" y="1409809"/>
            <a:ext cx="7168334" cy="3077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  <a:cs typeface="Times New Roman"/>
              </a:rPr>
              <a:t>Type conversion a variable from integer to float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EA21CA4-0733-AF3C-5278-C119385F0C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506" y="2373654"/>
            <a:ext cx="7808094" cy="2866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2282974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72B31B-F58C-085B-B5B1-E76575D559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">
            <a:extLst>
              <a:ext uri="{FF2B5EF4-FFF2-40B4-BE49-F238E27FC236}">
                <a16:creationId xmlns:a16="http://schemas.microsoft.com/office/drawing/2014/main" id="{233A4D06-DD66-A4D9-E811-63B82743B648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8319496" y="381000"/>
            <a:ext cx="291104" cy="30777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r>
              <a:rPr lang="en-US"/>
              <a:t>14</a:t>
            </a:r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1ABA545-600E-F688-FB45-2C4D750C8997}"/>
              </a:ext>
            </a:extLst>
          </p:cNvPr>
          <p:cNvSpPr txBox="1"/>
          <p:nvPr/>
        </p:nvSpPr>
        <p:spPr>
          <a:xfrm>
            <a:off x="3305949" y="396390"/>
            <a:ext cx="2532101" cy="5847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IN" sz="32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Demonstration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607A4B5-920F-3C32-0577-B74B11EC3334}"/>
              </a:ext>
            </a:extLst>
          </p:cNvPr>
          <p:cNvSpPr txBox="1"/>
          <p:nvPr/>
        </p:nvSpPr>
        <p:spPr>
          <a:xfrm>
            <a:off x="1281355" y="3222338"/>
            <a:ext cx="92396" cy="5847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endParaRPr lang="en-US" sz="3200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61399E5-6E2E-A33C-C9E3-DFFCA4B2CB23}"/>
              </a:ext>
            </a:extLst>
          </p:cNvPr>
          <p:cNvSpPr txBox="1"/>
          <p:nvPr/>
        </p:nvSpPr>
        <p:spPr>
          <a:xfrm>
            <a:off x="802506" y="1409809"/>
            <a:ext cx="7168334" cy="3077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Simple Implementation for a basic program with error in print statement</a:t>
            </a:r>
            <a:endParaRPr lang="en-US" sz="1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FE350B2-6640-E3A9-9CD6-F293E67321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768" y="1889044"/>
            <a:ext cx="8010832" cy="144775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FF5E218-006B-D770-F36D-66FB35C932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768" y="4358286"/>
            <a:ext cx="8089491" cy="156423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CADA8F8-15F9-7616-E039-DEFF45203980}"/>
              </a:ext>
            </a:extLst>
          </p:cNvPr>
          <p:cNvSpPr txBox="1"/>
          <p:nvPr/>
        </p:nvSpPr>
        <p:spPr>
          <a:xfrm>
            <a:off x="599768" y="3696929"/>
            <a:ext cx="7371072" cy="3077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IN" sz="1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Simple Implementation for a basic program which has incorrect brackets matching</a:t>
            </a:r>
          </a:p>
        </p:txBody>
      </p:sp>
    </p:spTree>
    <p:extLst>
      <p:ext uri="{BB962C8B-B14F-4D97-AF65-F5344CB8AC3E}">
        <p14:creationId xmlns:p14="http://schemas.microsoft.com/office/powerpoint/2010/main" val="3250727212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466988-4B35-2419-69FF-9B19847FDF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">
            <a:extLst>
              <a:ext uri="{FF2B5EF4-FFF2-40B4-BE49-F238E27FC236}">
                <a16:creationId xmlns:a16="http://schemas.microsoft.com/office/drawing/2014/main" id="{B29CA7B0-4091-143B-E51E-E96A5B59900F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8319496" y="381000"/>
            <a:ext cx="291104" cy="307777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r>
              <a:rPr lang="en-US"/>
              <a:t>14</a:t>
            </a:r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BB665C3-985D-EB3E-9335-E889F8F314BF}"/>
              </a:ext>
            </a:extLst>
          </p:cNvPr>
          <p:cNvSpPr txBox="1"/>
          <p:nvPr/>
        </p:nvSpPr>
        <p:spPr>
          <a:xfrm>
            <a:off x="3305949" y="396390"/>
            <a:ext cx="2532101" cy="5847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IN" sz="32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Demonstration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C28602B-037F-A20E-A1EF-6D72FD6CE15C}"/>
              </a:ext>
            </a:extLst>
          </p:cNvPr>
          <p:cNvSpPr txBox="1"/>
          <p:nvPr/>
        </p:nvSpPr>
        <p:spPr>
          <a:xfrm>
            <a:off x="1281355" y="3222338"/>
            <a:ext cx="92396" cy="5847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endParaRPr lang="en-US" sz="3200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250E09-A2F9-DEAB-3DCB-35E94C533495}"/>
              </a:ext>
            </a:extLst>
          </p:cNvPr>
          <p:cNvSpPr txBox="1"/>
          <p:nvPr/>
        </p:nvSpPr>
        <p:spPr>
          <a:xfrm>
            <a:off x="802506" y="1409809"/>
            <a:ext cx="7168334" cy="3077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Simple Implementation for a basic program with missing semicolon</a:t>
            </a:r>
            <a:endParaRPr lang="en-US" sz="1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E3A4608-F099-8A22-B46E-E47BE6BCA4C1}"/>
              </a:ext>
            </a:extLst>
          </p:cNvPr>
          <p:cNvSpPr txBox="1"/>
          <p:nvPr/>
        </p:nvSpPr>
        <p:spPr>
          <a:xfrm>
            <a:off x="599768" y="3696929"/>
            <a:ext cx="7371072" cy="3077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IN" sz="1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Simple Implementation for a basic program which has incorrect </a:t>
            </a:r>
            <a:r>
              <a:rPr lang="en-IN" dirty="0"/>
              <a:t>variable assignment with string</a:t>
            </a:r>
            <a:endParaRPr kumimoji="0" lang="en-IN" sz="1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E132A36-41C8-6496-8E0E-53C3999695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767" y="1708861"/>
            <a:ext cx="8089491" cy="199679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28FC619-72B2-6F0C-299F-678C45A6C6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767" y="4180244"/>
            <a:ext cx="8089491" cy="1781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9629819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3996E9-382B-B84C-AAC3-46A960F0B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6271" y="184671"/>
            <a:ext cx="8229600" cy="740439"/>
          </a:xfrm>
        </p:spPr>
        <p:txBody>
          <a:bodyPr/>
          <a:lstStyle/>
          <a:p>
            <a:r>
              <a:rPr lang="en-US" sz="3200">
                <a:latin typeface="Times New Roman"/>
                <a:cs typeface="Times New Roman"/>
                <a:sym typeface="Times New Roman"/>
              </a:rPr>
              <a:t>Timeline</a:t>
            </a: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8A60269A-FA76-F14A-9D24-81B24F1694D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22661502"/>
              </p:ext>
            </p:extLst>
          </p:nvPr>
        </p:nvGraphicFramePr>
        <p:xfrm>
          <a:off x="602901" y="1982385"/>
          <a:ext cx="8179357" cy="421369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FACD9C-967E-6147-9271-D86550BAFC15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IN" smtClean="0"/>
              <a:t>21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7617698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4137" y="1137103"/>
            <a:ext cx="8229600" cy="1005206"/>
          </a:xfrm>
        </p:spPr>
        <p:txBody>
          <a:bodyPr/>
          <a:lstStyle/>
          <a:p>
            <a:r>
              <a:rPr lang="en-US" sz="3200">
                <a:latin typeface="Times New Roman"/>
                <a:cs typeface="Times New Roman"/>
              </a:rPr>
              <a:t>Conclusion and Future Enhancements</a:t>
            </a:r>
            <a:endParaRPr lang="en-IN" sz="3200">
              <a:latin typeface="Times New Roman"/>
              <a:cs typeface="Times New Roman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068D77C-120F-6344-B7B5-1FCADC3AAC31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IN" smtClean="0"/>
              <a:t>22</a:t>
            </a:fld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499D75-0552-F046-A2B6-1E50BBE5CA20}"/>
              </a:ext>
            </a:extLst>
          </p:cNvPr>
          <p:cNvSpPr txBox="1"/>
          <p:nvPr/>
        </p:nvSpPr>
        <p:spPr>
          <a:xfrm>
            <a:off x="1224619" y="2224311"/>
            <a:ext cx="6672105" cy="363176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tx1"/>
                </a:solidFill>
              </a:rPr>
              <a:t>Built a working mini-compiler pipeline from source code to executable using Flex, Bison, and LLVM.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tx1"/>
                </a:solidFill>
              </a:rPr>
              <a:t>Achieved correct arithmetic evaluation with precedence, assignment, and print support.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tx1"/>
                </a:solidFill>
              </a:rPr>
              <a:t>Future enhancement: add if/while control flow, functions, and type checking.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tx1"/>
                </a:solidFill>
              </a:rPr>
              <a:t>Future enhancement: improve diagnostics, undeclared-variable handling, and optimization passes.</a:t>
            </a:r>
            <a:endParaRPr lang="en-IN" sz="2000">
              <a:solidFill>
                <a:schemeClr val="tx1"/>
              </a:solidFill>
            </a:endParaRPr>
          </a:p>
          <a:p>
            <a:pPr marR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US" sz="1000" b="0" i="0" u="none" strike="noStrike" cap="none" spc="0" normalizeH="0" baseline="0">
              <a:ln>
                <a:noFill/>
              </a:ln>
              <a:solidFill>
                <a:schemeClr val="tx1"/>
              </a:solidFill>
              <a:effectLst/>
              <a:uFillTx/>
              <a:latin typeface="Times New Roman"/>
              <a:ea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207744249"/>
      </p:ext>
    </p:ext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4137" y="1137103"/>
            <a:ext cx="8229600" cy="1005206"/>
          </a:xfrm>
        </p:spPr>
        <p:txBody>
          <a:bodyPr/>
          <a:lstStyle/>
          <a:p>
            <a:r>
              <a:rPr lang="en-IN" sz="3200">
                <a:latin typeface="Times New Roman"/>
                <a:cs typeface="Times New Roman"/>
              </a:rPr>
              <a:t>References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068D77C-120F-6344-B7B5-1FCADC3AAC31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IN" smtClean="0"/>
              <a:t>23</a:t>
            </a:fld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5F9BE3F-1FA1-BB9E-E18C-47F62E83D638}"/>
              </a:ext>
            </a:extLst>
          </p:cNvPr>
          <p:cNvSpPr txBox="1"/>
          <p:nvPr/>
        </p:nvSpPr>
        <p:spPr>
          <a:xfrm>
            <a:off x="672737" y="1897206"/>
            <a:ext cx="8001000" cy="455509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endParaRPr lang="en-US" sz="1200">
              <a:solidFill>
                <a:schemeClr val="tx1"/>
              </a:solidFill>
            </a:endParaRPr>
          </a:p>
          <a:p>
            <a:pPr lvl="1" indent="0"/>
            <a:r>
              <a:rPr lang="en-US" sz="1200">
                <a:solidFill>
                  <a:schemeClr val="tx1"/>
                </a:solidFill>
              </a:rPr>
              <a:t>[1] J. Zhao, S. </a:t>
            </a:r>
            <a:r>
              <a:rPr lang="en-US" sz="1200" err="1">
                <a:solidFill>
                  <a:schemeClr val="tx1"/>
                </a:solidFill>
              </a:rPr>
              <a:t>Nagarakatte</a:t>
            </a:r>
            <a:r>
              <a:rPr lang="en-US" sz="1200">
                <a:solidFill>
                  <a:schemeClr val="tx1"/>
                </a:solidFill>
              </a:rPr>
              <a:t>, M. M. K. Martin, and S. </a:t>
            </a:r>
            <a:r>
              <a:rPr lang="en-US" sz="1200" err="1">
                <a:solidFill>
                  <a:schemeClr val="tx1"/>
                </a:solidFill>
              </a:rPr>
              <a:t>Zdancewic</a:t>
            </a:r>
            <a:r>
              <a:rPr lang="en-US" sz="1200">
                <a:solidFill>
                  <a:schemeClr val="tx1"/>
                </a:solidFill>
              </a:rPr>
              <a:t>, “Formalizing the LLVM intermediate representation for verified program transformations,” </a:t>
            </a:r>
            <a:r>
              <a:rPr lang="en-US" sz="1200" i="1">
                <a:solidFill>
                  <a:schemeClr val="tx1"/>
                </a:solidFill>
              </a:rPr>
              <a:t>ACM SIGPLAN Notices</a:t>
            </a:r>
            <a:r>
              <a:rPr lang="en-US" sz="1200">
                <a:solidFill>
                  <a:schemeClr val="tx1"/>
                </a:solidFill>
              </a:rPr>
              <a:t>, vol. 47, no. 1, pp. 427-439, Jan. 2012, doi:10.1145/2103621.2103709.</a:t>
            </a:r>
          </a:p>
          <a:p>
            <a:pPr lvl="1" indent="0"/>
            <a:r>
              <a:rPr lang="en-US" sz="1200">
                <a:solidFill>
                  <a:schemeClr val="tx1"/>
                </a:solidFill>
              </a:rPr>
              <a:t>[2] J. Liu, J. Fang, Z. Wang, and J. Xie, “Efficient compiler optimization by </a:t>
            </a:r>
            <a:r>
              <a:rPr lang="en-US" sz="1200" err="1">
                <a:solidFill>
                  <a:schemeClr val="tx1"/>
                </a:solidFill>
              </a:rPr>
              <a:t>modeling</a:t>
            </a:r>
            <a:r>
              <a:rPr lang="en-US" sz="1200">
                <a:solidFill>
                  <a:schemeClr val="tx1"/>
                </a:solidFill>
              </a:rPr>
              <a:t> passes dependence,” </a:t>
            </a:r>
            <a:r>
              <a:rPr lang="en-US" sz="1200" i="1">
                <a:solidFill>
                  <a:schemeClr val="tx1"/>
                </a:solidFill>
              </a:rPr>
              <a:t>CCF Transactions on High Performance Computing</a:t>
            </a:r>
            <a:r>
              <a:rPr lang="en-US" sz="1200">
                <a:solidFill>
                  <a:schemeClr val="tx1"/>
                </a:solidFill>
              </a:rPr>
              <a:t>, vol. 6, pp. 588-607, Dec. 2024, doi:10.1007/s42514-024-00197-9.</a:t>
            </a:r>
          </a:p>
          <a:p>
            <a:pPr lvl="1" indent="0"/>
            <a:r>
              <a:rPr lang="en-US" sz="1200">
                <a:solidFill>
                  <a:schemeClr val="tx1"/>
                </a:solidFill>
              </a:rPr>
              <a:t>[3] A. </a:t>
            </a:r>
            <a:r>
              <a:rPr lang="en-US" sz="1200" err="1">
                <a:solidFill>
                  <a:schemeClr val="tx1"/>
                </a:solidFill>
              </a:rPr>
              <a:t>Notzli</a:t>
            </a:r>
            <a:r>
              <a:rPr lang="en-US" sz="1200">
                <a:solidFill>
                  <a:schemeClr val="tx1"/>
                </a:solidFill>
              </a:rPr>
              <a:t> and F. Brown, “</a:t>
            </a:r>
            <a:r>
              <a:rPr lang="en-US" sz="1200" err="1">
                <a:solidFill>
                  <a:schemeClr val="tx1"/>
                </a:solidFill>
              </a:rPr>
              <a:t>LifeJacket</a:t>
            </a:r>
            <a:r>
              <a:rPr lang="en-US" sz="1200">
                <a:solidFill>
                  <a:schemeClr val="tx1"/>
                </a:solidFill>
              </a:rPr>
              <a:t>: Verifying precise floating-point optimizations in LLVM,” in </a:t>
            </a:r>
            <a:r>
              <a:rPr lang="en-US" sz="1200" i="1">
                <a:solidFill>
                  <a:schemeClr val="tx1"/>
                </a:solidFill>
              </a:rPr>
              <a:t>Proc. 5th ACM SIGPLAN Int. Workshop on State of the Art in Program Analysis (SOAP)</a:t>
            </a:r>
            <a:r>
              <a:rPr lang="en-US" sz="1200">
                <a:solidFill>
                  <a:schemeClr val="tx1"/>
                </a:solidFill>
              </a:rPr>
              <a:t>, 2016, pp. 24-29, doi:10.1145/2931021.2931024.</a:t>
            </a:r>
          </a:p>
          <a:p>
            <a:pPr lvl="1" indent="0"/>
            <a:r>
              <a:rPr lang="en-US" sz="1200">
                <a:solidFill>
                  <a:schemeClr val="tx1"/>
                </a:solidFill>
              </a:rPr>
              <a:t>[4] Hashimoto and N. </a:t>
            </a:r>
            <a:r>
              <a:rPr lang="en-US" sz="1200" err="1">
                <a:solidFill>
                  <a:schemeClr val="tx1"/>
                </a:solidFill>
              </a:rPr>
              <a:t>Ishiura</a:t>
            </a:r>
            <a:r>
              <a:rPr lang="en-US" sz="1200">
                <a:solidFill>
                  <a:schemeClr val="tx1"/>
                </a:solidFill>
              </a:rPr>
              <a:t>, “Detecting arithmetic optimization opportunities for C compilers by randomly generated equivalent programs,” </a:t>
            </a:r>
            <a:r>
              <a:rPr lang="en-US" sz="1200" i="1">
                <a:solidFill>
                  <a:schemeClr val="tx1"/>
                </a:solidFill>
              </a:rPr>
              <a:t>IPSJ Transactions on Systems</a:t>
            </a:r>
            <a:r>
              <a:rPr lang="en-US" sz="1200">
                <a:solidFill>
                  <a:schemeClr val="tx1"/>
                </a:solidFill>
              </a:rPr>
              <a:t>, vol. 9, pp. 21-29, 2016, doi:10.2197/ipsjtsldm.9.21.</a:t>
            </a:r>
          </a:p>
          <a:p>
            <a:pPr lvl="1" indent="0"/>
            <a:r>
              <a:rPr lang="en-US" sz="1200">
                <a:solidFill>
                  <a:schemeClr val="tx1"/>
                </a:solidFill>
              </a:rPr>
              <a:t>[5] </a:t>
            </a:r>
            <a:r>
              <a:rPr lang="en-US" sz="1200" err="1">
                <a:solidFill>
                  <a:schemeClr val="tx1"/>
                </a:solidFill>
              </a:rPr>
              <a:t>Ziyodov</a:t>
            </a:r>
            <a:r>
              <a:rPr lang="en-US" sz="1200">
                <a:solidFill>
                  <a:schemeClr val="tx1"/>
                </a:solidFill>
              </a:rPr>
              <a:t>, “Arithmetic expression compiler using Python and LLVM,” </a:t>
            </a:r>
            <a:r>
              <a:rPr lang="en-US" sz="1200" i="1">
                <a:solidFill>
                  <a:schemeClr val="tx1"/>
                </a:solidFill>
              </a:rPr>
              <a:t>American Journal of Applied Science and Technology</a:t>
            </a:r>
            <a:r>
              <a:rPr lang="en-US" sz="1200">
                <a:solidFill>
                  <a:schemeClr val="tx1"/>
                </a:solidFill>
              </a:rPr>
              <a:t>, vol. 5, no. 10, pp. 100-108, Oct. 2025.</a:t>
            </a:r>
          </a:p>
          <a:p>
            <a:pPr lvl="1" indent="0"/>
            <a:r>
              <a:rPr lang="en-US" sz="1200">
                <a:solidFill>
                  <a:schemeClr val="tx1"/>
                </a:solidFill>
              </a:rPr>
              <a:t>[6] N. P. Lopes and J. Regehr, “Alive2: Bounded translation validation for LLVM,” </a:t>
            </a:r>
            <a:r>
              <a:rPr lang="en-US" sz="1200" i="1">
                <a:solidFill>
                  <a:schemeClr val="tx1"/>
                </a:solidFill>
              </a:rPr>
              <a:t>Proc. ACM Program. Lang.</a:t>
            </a:r>
            <a:r>
              <a:rPr lang="en-US" sz="1200">
                <a:solidFill>
                  <a:schemeClr val="tx1"/>
                </a:solidFill>
              </a:rPr>
              <a:t>, vol. 5, no. OOPSLA, pp. 1-28, Oct. 2021, doi:10.1145/3485497.</a:t>
            </a:r>
          </a:p>
          <a:p>
            <a:pPr lvl="1" indent="0"/>
            <a:r>
              <a:rPr lang="en-US" sz="1200">
                <a:solidFill>
                  <a:schemeClr val="tx1"/>
                </a:solidFill>
              </a:rPr>
              <a:t>[7] P. </a:t>
            </a:r>
            <a:r>
              <a:rPr lang="en-US" sz="1200" err="1">
                <a:solidFill>
                  <a:schemeClr val="tx1"/>
                </a:solidFill>
              </a:rPr>
              <a:t>Lammich</a:t>
            </a:r>
            <a:r>
              <a:rPr lang="en-US" sz="1200">
                <a:solidFill>
                  <a:schemeClr val="tx1"/>
                </a:solidFill>
              </a:rPr>
              <a:t>, “Refinement of parallel algorithms down to LLVM: Applied to practically efficient parallel sorting,” </a:t>
            </a:r>
            <a:r>
              <a:rPr lang="en-US" sz="1200" i="1">
                <a:solidFill>
                  <a:schemeClr val="tx1"/>
                </a:solidFill>
              </a:rPr>
              <a:t>Journal of Automated Reasoning</a:t>
            </a:r>
            <a:r>
              <a:rPr lang="en-US" sz="1200">
                <a:solidFill>
                  <a:schemeClr val="tx1"/>
                </a:solidFill>
              </a:rPr>
              <a:t>, vol. 68, Art. no. 14, Jun. 2024, doi:10.1007/s10817-024-09701-w.</a:t>
            </a:r>
          </a:p>
          <a:p>
            <a:pPr lvl="1" indent="0"/>
            <a:r>
              <a:rPr lang="en-US" sz="1200">
                <a:solidFill>
                  <a:schemeClr val="tx1"/>
                </a:solidFill>
              </a:rPr>
              <a:t>[8] Y. Zou, “A code generator for energy-efficient wavefront parallelization of uniform dependence computations,” </a:t>
            </a:r>
            <a:r>
              <a:rPr lang="en-US" sz="1200" i="1">
                <a:solidFill>
                  <a:schemeClr val="tx1"/>
                </a:solidFill>
              </a:rPr>
              <a:t>IEEE Transactions on Dependable and Secure Computing</a:t>
            </a:r>
            <a:r>
              <a:rPr lang="en-US" sz="1200">
                <a:solidFill>
                  <a:schemeClr val="tx1"/>
                </a:solidFill>
              </a:rPr>
              <a:t>, vol. 15, no. 9, pp. 1335-1347, Sep. 2018.</a:t>
            </a:r>
          </a:p>
          <a:p>
            <a:pPr lvl="1" indent="0"/>
            <a:r>
              <a:rPr lang="en-US" sz="1200">
                <a:solidFill>
                  <a:schemeClr val="tx1"/>
                </a:solidFill>
              </a:rPr>
              <a:t>[9] J. Kang </a:t>
            </a:r>
            <a:r>
              <a:rPr lang="en-US" sz="1200" i="1">
                <a:solidFill>
                  <a:schemeClr val="tx1"/>
                </a:solidFill>
              </a:rPr>
              <a:t>et al</a:t>
            </a:r>
            <a:r>
              <a:rPr lang="en-US" sz="1200">
                <a:solidFill>
                  <a:schemeClr val="tx1"/>
                </a:solidFill>
              </a:rPr>
              <a:t>., “</a:t>
            </a:r>
            <a:r>
              <a:rPr lang="en-US" sz="1200" err="1">
                <a:solidFill>
                  <a:schemeClr val="tx1"/>
                </a:solidFill>
              </a:rPr>
              <a:t>Crellvm</a:t>
            </a:r>
            <a:r>
              <a:rPr lang="en-US" sz="1200">
                <a:solidFill>
                  <a:schemeClr val="tx1"/>
                </a:solidFill>
              </a:rPr>
              <a:t>: Verified credible compilation for LLVM,” </a:t>
            </a:r>
            <a:r>
              <a:rPr lang="en-US" sz="1200" i="1">
                <a:solidFill>
                  <a:schemeClr val="tx1"/>
                </a:solidFill>
              </a:rPr>
              <a:t>ACM SIGPLAN Notices</a:t>
            </a:r>
            <a:r>
              <a:rPr lang="en-US" sz="1200">
                <a:solidFill>
                  <a:schemeClr val="tx1"/>
                </a:solidFill>
              </a:rPr>
              <a:t>, vol. 53, no. 4, pp. 631-645, Jun. 2018, doi:10.1145/3192366.3192377.</a:t>
            </a:r>
          </a:p>
          <a:p>
            <a:pPr lvl="1" indent="0"/>
            <a:r>
              <a:rPr lang="en-US" sz="1200">
                <a:solidFill>
                  <a:schemeClr val="tx1"/>
                </a:solidFill>
              </a:rPr>
              <a:t>[10] Q. Huang, W. Moses, and C. E. </a:t>
            </a:r>
            <a:r>
              <a:rPr lang="en-US" sz="1200" err="1">
                <a:solidFill>
                  <a:schemeClr val="tx1"/>
                </a:solidFill>
              </a:rPr>
              <a:t>Leiserson</a:t>
            </a:r>
            <a:r>
              <a:rPr lang="en-US" sz="1200">
                <a:solidFill>
                  <a:schemeClr val="tx1"/>
                </a:solidFill>
              </a:rPr>
              <a:t>, “Embedding recursive fork-join parallelism into LLVM’s intermediate representation,” </a:t>
            </a:r>
            <a:r>
              <a:rPr lang="en-US" sz="1200" i="1">
                <a:solidFill>
                  <a:schemeClr val="tx1"/>
                </a:solidFill>
              </a:rPr>
              <a:t>ACM Transactions on Parallel Computing</a:t>
            </a:r>
            <a:r>
              <a:rPr lang="en-US" sz="1200">
                <a:solidFill>
                  <a:schemeClr val="tx1"/>
                </a:solidFill>
              </a:rPr>
              <a:t>, vol. 6, no. 4, Art. 19, Dec. 2019.</a:t>
            </a:r>
          </a:p>
          <a:p>
            <a:br>
              <a:rPr lang="en-US"/>
            </a:br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1258098768"/>
      </p:ext>
    </p:extLst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068D77C-120F-6344-B7B5-1FCADC3AAC31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IN" smtClean="0"/>
              <a:t>24</a:t>
            </a:fld>
            <a:endParaRPr lang="en-IN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7865E0F-1F95-414F-825F-3F469187CD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1136650"/>
            <a:ext cx="8229600" cy="1004888"/>
          </a:xfrm>
        </p:spPr>
        <p:txBody>
          <a:bodyPr lIns="45719" tIns="45720" rIns="45719" bIns="45720" anchor="ctr"/>
          <a:lstStyle/>
          <a:p>
            <a:r>
              <a:rPr lang="en-IN">
                <a:latin typeface="Times New Roman"/>
                <a:cs typeface="Times New Roman"/>
              </a:rPr>
              <a:t>Contribution of the Team Members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5BA8FA4-7126-E139-DC1F-F4D0168305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4342156"/>
              </p:ext>
            </p:extLst>
          </p:nvPr>
        </p:nvGraphicFramePr>
        <p:xfrm>
          <a:off x="808074" y="2604976"/>
          <a:ext cx="7804290" cy="2072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39701">
                  <a:extLst>
                    <a:ext uri="{9D8B030D-6E8A-4147-A177-3AD203B41FA5}">
                      <a16:colId xmlns:a16="http://schemas.microsoft.com/office/drawing/2014/main" val="2372929672"/>
                    </a:ext>
                  </a:extLst>
                </a:gridCol>
                <a:gridCol w="2200939">
                  <a:extLst>
                    <a:ext uri="{9D8B030D-6E8A-4147-A177-3AD203B41FA5}">
                      <a16:colId xmlns:a16="http://schemas.microsoft.com/office/drawing/2014/main" val="1201646178"/>
                    </a:ext>
                  </a:extLst>
                </a:gridCol>
                <a:gridCol w="1658679">
                  <a:extLst>
                    <a:ext uri="{9D8B030D-6E8A-4147-A177-3AD203B41FA5}">
                      <a16:colId xmlns:a16="http://schemas.microsoft.com/office/drawing/2014/main" val="3582057048"/>
                    </a:ext>
                  </a:extLst>
                </a:gridCol>
                <a:gridCol w="2604971">
                  <a:extLst>
                    <a:ext uri="{9D8B030D-6E8A-4147-A177-3AD203B41FA5}">
                      <a16:colId xmlns:a16="http://schemas.microsoft.com/office/drawing/2014/main" val="97973299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b="1">
                          <a:latin typeface="Times New Roman"/>
                          <a:cs typeface="Times New Roman"/>
                        </a:rPr>
                        <a:t>Sl. No.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b="1">
                          <a:latin typeface="Times New Roman"/>
                          <a:cs typeface="Times New Roman"/>
                        </a:rPr>
                        <a:t>Reg. No.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b="1">
                          <a:latin typeface="Times New Roman"/>
                          <a:cs typeface="Times New Roman"/>
                        </a:rPr>
                        <a:t>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b="1">
                          <a:latin typeface="Times New Roman"/>
                          <a:cs typeface="Times New Roman"/>
                        </a:rPr>
                        <a:t>Contribution 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572699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latin typeface="Times New Roman"/>
                          <a:cs typeface="Times New Roman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latin typeface="Times New Roman"/>
                          <a:cs typeface="Times New Roman"/>
                        </a:rPr>
                        <a:t>BL.EN.U4CSE23239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latin typeface="Times New Roman"/>
                          <a:cs typeface="Times New Roman"/>
                        </a:rPr>
                        <a:t>Nikhil Sanjay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dirty="0">
                          <a:latin typeface="Times New Roman"/>
                          <a:cs typeface="Times New Roman"/>
                        </a:rPr>
                        <a:t>Parser grammar design, AST,</a:t>
                      </a:r>
                      <a:r>
                        <a:rPr lang="en-US" sz="1400" b="0" i="0" u="none" strike="noStrike" noProof="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LLVM IR code generation </a:t>
                      </a:r>
                      <a:r>
                        <a:rPr lang="en-US" dirty="0">
                          <a:latin typeface="Times New Roman"/>
                          <a:cs typeface="Times New Roman"/>
                        </a:rPr>
                        <a:t>, design, and system integration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552338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latin typeface="Times New Roman"/>
                          <a:cs typeface="Times New Roman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latin typeface="Times New Roman"/>
                          <a:cs typeface="Times New Roman"/>
                        </a:rPr>
                        <a:t>BL.EN.U4CSE23263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err="1">
                          <a:latin typeface="Times New Roman"/>
                          <a:cs typeface="Times New Roman"/>
                        </a:rPr>
                        <a:t>Kandrakunta</a:t>
                      </a:r>
                      <a:r>
                        <a:rPr lang="en-US">
                          <a:latin typeface="Times New Roman"/>
                          <a:cs typeface="Times New Roman"/>
                        </a:rPr>
                        <a:t> Amith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latin typeface="Times New Roman"/>
                          <a:cs typeface="Times New Roman"/>
                        </a:rPr>
                        <a:t>Testing, and debugging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286545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latin typeface="Times New Roman"/>
                          <a:cs typeface="Times New Roman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latin typeface="Times New Roman"/>
                          <a:cs typeface="Times New Roman"/>
                        </a:rPr>
                        <a:t>BL.EN.U4CSE23269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latin typeface="Times New Roman"/>
                          <a:cs typeface="Times New Roman"/>
                        </a:rPr>
                        <a:t>Andrew Tom Matthew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400" b="0" i="0" u="none" strike="noStrike" noProof="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Lexer implementation, </a:t>
                      </a:r>
                      <a:r>
                        <a:rPr lang="en-US" dirty="0">
                          <a:latin typeface="Times New Roman"/>
                          <a:cs typeface="Times New Roman"/>
                        </a:rPr>
                        <a:t>Documentation, and demo preparation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675737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61577071"/>
      </p:ext>
    </p:extLst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1886" y="2809149"/>
            <a:ext cx="8229600" cy="1508126"/>
          </a:xfrm>
        </p:spPr>
        <p:txBody>
          <a:bodyPr/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721A96B-8B05-BD49-B6F0-8D4DA60AFD49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IN" smtClean="0"/>
              <a:t>25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0172774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11_Default Design">
  <a:themeElements>
    <a:clrScheme name="11_Default Design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BBE0E3"/>
      </a:accent1>
      <a:accent2>
        <a:srgbClr val="333399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11_Default Design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 name="11_Default Desig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Times New Roman"/>
            <a:ea typeface="Times New Roman"/>
            <a:cs typeface="Times New Roman"/>
            <a:sym typeface="Times New Roman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11_Default Design">
  <a:themeElements>
    <a:clrScheme name="11_Default Design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BBE0E3"/>
      </a:accent1>
      <a:accent2>
        <a:srgbClr val="333399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11_Default Design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 name="11_Default Desig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Times New Roman"/>
            <a:ea typeface="Times New Roman"/>
            <a:cs typeface="Times New Roman"/>
            <a:sym typeface="Times New Roman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1783</Words>
  <Application>Microsoft Office PowerPoint</Application>
  <PresentationFormat>On-screen Show (4:3)</PresentationFormat>
  <Paragraphs>250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-apple-system</vt:lpstr>
      <vt:lpstr>Arial</vt:lpstr>
      <vt:lpstr>Helvetica</vt:lpstr>
      <vt:lpstr>Times New Roman</vt:lpstr>
      <vt:lpstr>ui-monospace</vt:lpstr>
      <vt:lpstr>11_Default Design</vt:lpstr>
      <vt:lpstr>Simple Compiler for Arithmetic Operations using LLVM</vt:lpstr>
      <vt:lpstr>Problem Definition</vt:lpstr>
      <vt:lpstr>Literature Survey</vt:lpstr>
      <vt:lpstr>Literature Survey </vt:lpstr>
      <vt:lpstr>Literature Survey </vt:lpstr>
      <vt:lpstr>Software/Tools Requirements</vt:lpstr>
      <vt:lpstr>Architecture /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Timeline</vt:lpstr>
      <vt:lpstr>Conclusion and Future Enhancements</vt:lpstr>
      <vt:lpstr>References</vt:lpstr>
      <vt:lpstr>Contribution of the Team Members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Speech Emotion Detection System</dc:title>
  <dc:creator>sundar rathinavel</dc:creator>
  <cp:lastModifiedBy>NIKHIL SANJAY-[BL.EN.U4CSE23239]</cp:lastModifiedBy>
  <cp:revision>10</cp:revision>
  <dcterms:modified xsi:type="dcterms:W3CDTF">2026-04-23T13:24:54Z</dcterms:modified>
</cp:coreProperties>
</file>